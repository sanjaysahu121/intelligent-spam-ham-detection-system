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theme/theme3.xml" ContentType="application/vnd.openxmlformats-officedocument.theme+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tags/tag420.xml" ContentType="application/vnd.openxmlformats-officedocument.presentationml.tags+xml"/>
  <Override PartName="/ppt/tags/tag421.xml" ContentType="application/vnd.openxmlformats-officedocument.presentationml.tags+xml"/>
  <Override PartName="/ppt/tags/tag422.xml" ContentType="application/vnd.openxmlformats-officedocument.presentationml.tags+xml"/>
  <Override PartName="/ppt/tags/tag423.xml" ContentType="application/vnd.openxmlformats-officedocument.presentationml.tags+xml"/>
  <Override PartName="/ppt/tags/tag424.xml" ContentType="application/vnd.openxmlformats-officedocument.presentationml.tags+xml"/>
  <Override PartName="/ppt/tags/tag425.xml" ContentType="application/vnd.openxmlformats-officedocument.presentationml.tags+xml"/>
  <Override PartName="/ppt/tags/tag426.xml" ContentType="application/vnd.openxmlformats-officedocument.presentationml.tags+xml"/>
  <Override PartName="/ppt/tags/tag427.xml" ContentType="application/vnd.openxmlformats-officedocument.presentationml.tags+xml"/>
  <Override PartName="/ppt/tags/tag428.xml" ContentType="application/vnd.openxmlformats-officedocument.presentationml.tags+xml"/>
  <Override PartName="/ppt/tags/tag429.xml" ContentType="application/vnd.openxmlformats-officedocument.presentationml.tags+xml"/>
  <Override PartName="/ppt/tags/tag430.xml" ContentType="application/vnd.openxmlformats-officedocument.presentationml.tags+xml"/>
  <Override PartName="/ppt/tags/tag431.xml" ContentType="application/vnd.openxmlformats-officedocument.presentationml.tags+xml"/>
  <Override PartName="/ppt/tags/tag432.xml" ContentType="application/vnd.openxmlformats-officedocument.presentationml.tags+xml"/>
  <Override PartName="/ppt/tags/tag433.xml" ContentType="application/vnd.openxmlformats-officedocument.presentationml.tags+xml"/>
  <Override PartName="/ppt/tags/tag434.xml" ContentType="application/vnd.openxmlformats-officedocument.presentationml.tags+xml"/>
  <Override PartName="/ppt/tags/tag435.xml" ContentType="application/vnd.openxmlformats-officedocument.presentationml.tags+xml"/>
  <Override PartName="/ppt/tags/tag436.xml" ContentType="application/vnd.openxmlformats-officedocument.presentationml.tags+xml"/>
  <Override PartName="/ppt/tags/tag437.xml" ContentType="application/vnd.openxmlformats-officedocument.presentationml.tags+xml"/>
  <Override PartName="/ppt/tags/tag438.xml" ContentType="application/vnd.openxmlformats-officedocument.presentationml.tags+xml"/>
  <Override PartName="/ppt/tags/tag439.xml" ContentType="application/vnd.openxmlformats-officedocument.presentationml.tags+xml"/>
  <Override PartName="/ppt/tags/tag440.xml" ContentType="application/vnd.openxmlformats-officedocument.presentationml.tags+xml"/>
  <Override PartName="/ppt/tags/tag441.xml" ContentType="application/vnd.openxmlformats-officedocument.presentationml.tags+xml"/>
  <Override PartName="/ppt/tags/tag442.xml" ContentType="application/vnd.openxmlformats-officedocument.presentationml.tags+xml"/>
  <Override PartName="/ppt/tags/tag443.xml" ContentType="application/vnd.openxmlformats-officedocument.presentationml.tags+xml"/>
  <Override PartName="/ppt/tags/tag444.xml" ContentType="application/vnd.openxmlformats-officedocument.presentationml.tags+xml"/>
  <Override PartName="/ppt/tags/tag445.xml" ContentType="application/vnd.openxmlformats-officedocument.presentationml.tags+xml"/>
  <Override PartName="/ppt/tags/tag446.xml" ContentType="application/vnd.openxmlformats-officedocument.presentationml.tags+xml"/>
  <Override PartName="/ppt/tags/tag447.xml" ContentType="application/vnd.openxmlformats-officedocument.presentationml.tags+xml"/>
  <Override PartName="/ppt/tags/tag448.xml" ContentType="application/vnd.openxmlformats-officedocument.presentationml.tags+xml"/>
  <Override PartName="/ppt/tags/tag449.xml" ContentType="application/vnd.openxmlformats-officedocument.presentationml.tags+xml"/>
  <Override PartName="/ppt/tags/tag450.xml" ContentType="application/vnd.openxmlformats-officedocument.presentationml.tags+xml"/>
  <Override PartName="/ppt/tags/tag451.xml" ContentType="application/vnd.openxmlformats-officedocument.presentationml.tags+xml"/>
  <Override PartName="/ppt/tags/tag452.xml" ContentType="application/vnd.openxmlformats-officedocument.presentationml.tags+xml"/>
  <Override PartName="/ppt/tags/tag453.xml" ContentType="application/vnd.openxmlformats-officedocument.presentationml.tags+xml"/>
  <Override PartName="/ppt/tags/tag454.xml" ContentType="application/vnd.openxmlformats-officedocument.presentationml.tags+xml"/>
  <Override PartName="/ppt/tags/tag455.xml" ContentType="application/vnd.openxmlformats-officedocument.presentationml.tags+xml"/>
  <Override PartName="/ppt/tags/tag456.xml" ContentType="application/vnd.openxmlformats-officedocument.presentationml.tags+xml"/>
  <Override PartName="/ppt/tags/tag457.xml" ContentType="application/vnd.openxmlformats-officedocument.presentationml.tags+xml"/>
  <Override PartName="/ppt/tags/tag458.xml" ContentType="application/vnd.openxmlformats-officedocument.presentationml.tags+xml"/>
  <Override PartName="/ppt/tags/tag459.xml" ContentType="application/vnd.openxmlformats-officedocument.presentationml.tags+xml"/>
  <Override PartName="/ppt/tags/tag460.xml" ContentType="application/vnd.openxmlformats-officedocument.presentationml.tags+xml"/>
  <Override PartName="/ppt/tags/tag461.xml" ContentType="application/vnd.openxmlformats-officedocument.presentationml.tags+xml"/>
  <Override PartName="/ppt/tags/tag462.xml" ContentType="application/vnd.openxmlformats-officedocument.presentationml.tags+xml"/>
  <Override PartName="/ppt/tags/tag463.xml" ContentType="application/vnd.openxmlformats-officedocument.presentationml.tags+xml"/>
  <Override PartName="/ppt/tags/tag464.xml" ContentType="application/vnd.openxmlformats-officedocument.presentationml.tags+xml"/>
  <Override PartName="/ppt/tags/tag465.xml" ContentType="application/vnd.openxmlformats-officedocument.presentationml.tags+xml"/>
  <Override PartName="/ppt/tags/tag466.xml" ContentType="application/vnd.openxmlformats-officedocument.presentationml.tags+xml"/>
  <Override PartName="/ppt/tags/tag467.xml" ContentType="application/vnd.openxmlformats-officedocument.presentationml.tags+xml"/>
  <Override PartName="/ppt/tags/tag468.xml" ContentType="application/vnd.openxmlformats-officedocument.presentationml.tags+xml"/>
  <Override PartName="/ppt/tags/tag469.xml" ContentType="application/vnd.openxmlformats-officedocument.presentationml.tags+xml"/>
  <Override PartName="/ppt/tags/tag470.xml" ContentType="application/vnd.openxmlformats-officedocument.presentationml.tags+xml"/>
  <Override PartName="/ppt/tags/tag471.xml" ContentType="application/vnd.openxmlformats-officedocument.presentationml.tags+xml"/>
  <Override PartName="/ppt/tags/tag472.xml" ContentType="application/vnd.openxmlformats-officedocument.presentationml.tags+xml"/>
  <Override PartName="/ppt/tags/tag473.xml" ContentType="application/vnd.openxmlformats-officedocument.presentationml.tags+xml"/>
  <Override PartName="/ppt/tags/tag474.xml" ContentType="application/vnd.openxmlformats-officedocument.presentationml.tags+xml"/>
  <Override PartName="/ppt/tags/tag475.xml" ContentType="application/vnd.openxmlformats-officedocument.presentationml.tags+xml"/>
  <Override PartName="/ppt/tags/tag476.xml" ContentType="application/vnd.openxmlformats-officedocument.presentationml.tags+xml"/>
  <Override PartName="/ppt/tags/tag477.xml" ContentType="application/vnd.openxmlformats-officedocument.presentationml.tags+xml"/>
  <Override PartName="/ppt/tags/tag478.xml" ContentType="application/vnd.openxmlformats-officedocument.presentationml.tags+xml"/>
  <Override PartName="/ppt/tags/tag479.xml" ContentType="application/vnd.openxmlformats-officedocument.presentationml.tags+xml"/>
  <Override PartName="/ppt/tags/tag480.xml" ContentType="application/vnd.openxmlformats-officedocument.presentationml.tags+xml"/>
  <Override PartName="/ppt/tags/tag481.xml" ContentType="application/vnd.openxmlformats-officedocument.presentationml.tags+xml"/>
  <Override PartName="/ppt/tags/tag482.xml" ContentType="application/vnd.openxmlformats-officedocument.presentationml.tags+xml"/>
  <Override PartName="/ppt/tags/tag483.xml" ContentType="application/vnd.openxmlformats-officedocument.presentationml.tags+xml"/>
  <Override PartName="/ppt/tags/tag484.xml" ContentType="application/vnd.openxmlformats-officedocument.presentationml.tags+xml"/>
  <Override PartName="/ppt/tags/tag485.xml" ContentType="application/vnd.openxmlformats-officedocument.presentationml.tags+xml"/>
  <Override PartName="/ppt/tags/tag486.xml" ContentType="application/vnd.openxmlformats-officedocument.presentationml.tags+xml"/>
  <Override PartName="/ppt/tags/tag487.xml" ContentType="application/vnd.openxmlformats-officedocument.presentationml.tags+xml"/>
  <Override PartName="/ppt/tags/tag488.xml" ContentType="application/vnd.openxmlformats-officedocument.presentationml.tags+xml"/>
  <Override PartName="/ppt/tags/tag489.xml" ContentType="application/vnd.openxmlformats-officedocument.presentationml.tags+xml"/>
  <Override PartName="/ppt/tags/tag490.xml" ContentType="application/vnd.openxmlformats-officedocument.presentationml.tags+xml"/>
  <Override PartName="/ppt/tags/tag491.xml" ContentType="application/vnd.openxmlformats-officedocument.presentationml.tags+xml"/>
  <Override PartName="/ppt/tags/tag492.xml" ContentType="application/vnd.openxmlformats-officedocument.presentationml.tags+xml"/>
  <Override PartName="/ppt/tags/tag493.xml" ContentType="application/vnd.openxmlformats-officedocument.presentationml.tags+xml"/>
  <Override PartName="/ppt/tags/tag494.xml" ContentType="application/vnd.openxmlformats-officedocument.presentationml.tags+xml"/>
  <Override PartName="/ppt/tags/tag495.xml" ContentType="application/vnd.openxmlformats-officedocument.presentationml.tags+xml"/>
  <Override PartName="/ppt/tags/tag496.xml" ContentType="application/vnd.openxmlformats-officedocument.presentationml.tags+xml"/>
  <Override PartName="/ppt/tags/tag497.xml" ContentType="application/vnd.openxmlformats-officedocument.presentationml.tags+xml"/>
  <Override PartName="/ppt/tags/tag498.xml" ContentType="application/vnd.openxmlformats-officedocument.presentationml.tags+xml"/>
  <Override PartName="/ppt/tags/tag499.xml" ContentType="application/vnd.openxmlformats-officedocument.presentationml.tags+xml"/>
  <Override PartName="/ppt/tags/tag500.xml" ContentType="application/vnd.openxmlformats-officedocument.presentationml.tags+xml"/>
  <Override PartName="/ppt/tags/tag501.xml" ContentType="application/vnd.openxmlformats-officedocument.presentationml.tags+xml"/>
  <Override PartName="/ppt/tags/tag502.xml" ContentType="application/vnd.openxmlformats-officedocument.presentationml.tags+xml"/>
  <Override PartName="/ppt/tags/tag503.xml" ContentType="application/vnd.openxmlformats-officedocument.presentationml.tags+xml"/>
  <Override PartName="/ppt/tags/tag504.xml" ContentType="application/vnd.openxmlformats-officedocument.presentationml.tags+xml"/>
  <Override PartName="/ppt/tags/tag505.xml" ContentType="application/vnd.openxmlformats-officedocument.presentationml.tags+xml"/>
  <Override PartName="/ppt/tags/tag506.xml" ContentType="application/vnd.openxmlformats-officedocument.presentationml.tags+xml"/>
  <Override PartName="/ppt/tags/tag507.xml" ContentType="application/vnd.openxmlformats-officedocument.presentationml.tags+xml"/>
  <Override PartName="/ppt/tags/tag508.xml" ContentType="application/vnd.openxmlformats-officedocument.presentationml.tags+xml"/>
  <Override PartName="/ppt/tags/tag509.xml" ContentType="application/vnd.openxmlformats-officedocument.presentationml.tags+xml"/>
  <Override PartName="/ppt/tags/tag510.xml" ContentType="application/vnd.openxmlformats-officedocument.presentationml.tags+xml"/>
  <Override PartName="/ppt/tags/tag511.xml" ContentType="application/vnd.openxmlformats-officedocument.presentationml.tags+xml"/>
  <Override PartName="/ppt/tags/tag512.xml" ContentType="application/vnd.openxmlformats-officedocument.presentationml.tags+xml"/>
  <Override PartName="/ppt/tags/tag513.xml" ContentType="application/vnd.openxmlformats-officedocument.presentationml.tags+xml"/>
  <Override PartName="/ppt/tags/tag514.xml" ContentType="application/vnd.openxmlformats-officedocument.presentationml.tags+xml"/>
  <Override PartName="/ppt/tags/tag515.xml" ContentType="application/vnd.openxmlformats-officedocument.presentationml.tags+xml"/>
  <Override PartName="/ppt/tags/tag516.xml" ContentType="application/vnd.openxmlformats-officedocument.presentationml.tags+xml"/>
  <Override PartName="/ppt/tags/tag517.xml" ContentType="application/vnd.openxmlformats-officedocument.presentationml.tags+xml"/>
  <Override PartName="/ppt/tags/tag518.xml" ContentType="application/vnd.openxmlformats-officedocument.presentationml.tags+xml"/>
  <Override PartName="/ppt/tags/tag519.xml" ContentType="application/vnd.openxmlformats-officedocument.presentationml.tags+xml"/>
  <Override PartName="/ppt/tags/tag520.xml" ContentType="application/vnd.openxmlformats-officedocument.presentationml.tags+xml"/>
  <Override PartName="/ppt/tags/tag521.xml" ContentType="application/vnd.openxmlformats-officedocument.presentationml.tags+xml"/>
  <Override PartName="/ppt/tags/tag522.xml" ContentType="application/vnd.openxmlformats-officedocument.presentationml.tags+xml"/>
  <Override PartName="/ppt/tags/tag523.xml" ContentType="application/vnd.openxmlformats-officedocument.presentationml.tags+xml"/>
  <Override PartName="/ppt/tags/tag524.xml" ContentType="application/vnd.openxmlformats-officedocument.presentationml.tags+xml"/>
  <Override PartName="/ppt/tags/tag525.xml" ContentType="application/vnd.openxmlformats-officedocument.presentationml.tags+xml"/>
  <Override PartName="/ppt/tags/tag526.xml" ContentType="application/vnd.openxmlformats-officedocument.presentationml.tags+xml"/>
  <Override PartName="/ppt/tags/tag527.xml" ContentType="application/vnd.openxmlformats-officedocument.presentationml.tags+xml"/>
  <Override PartName="/ppt/tags/tag528.xml" ContentType="application/vnd.openxmlformats-officedocument.presentationml.tags+xml"/>
  <Override PartName="/ppt/tags/tag529.xml" ContentType="application/vnd.openxmlformats-officedocument.presentationml.tags+xml"/>
  <Override PartName="/ppt/tags/tag530.xml" ContentType="application/vnd.openxmlformats-officedocument.presentationml.tags+xml"/>
  <Override PartName="/ppt/tags/tag531.xml" ContentType="application/vnd.openxmlformats-officedocument.presentationml.tags+xml"/>
  <Override PartName="/ppt/tags/tag532.xml" ContentType="application/vnd.openxmlformats-officedocument.presentationml.tags+xml"/>
  <Override PartName="/ppt/tags/tag533.xml" ContentType="application/vnd.openxmlformats-officedocument.presentationml.tags+xml"/>
  <Override PartName="/ppt/tags/tag534.xml" ContentType="application/vnd.openxmlformats-officedocument.presentationml.tags+xml"/>
  <Override PartName="/ppt/tags/tag535.xml" ContentType="application/vnd.openxmlformats-officedocument.presentationml.tags+xml"/>
  <Override PartName="/ppt/tags/tag536.xml" ContentType="application/vnd.openxmlformats-officedocument.presentationml.tags+xml"/>
  <Override PartName="/ppt/tags/tag537.xml" ContentType="application/vnd.openxmlformats-officedocument.presentationml.tags+xml"/>
  <Override PartName="/ppt/tags/tag538.xml" ContentType="application/vnd.openxmlformats-officedocument.presentationml.tags+xml"/>
  <Override PartName="/ppt/tags/tag539.xml" ContentType="application/vnd.openxmlformats-officedocument.presentationml.tags+xml"/>
  <Override PartName="/ppt/tags/tag540.xml" ContentType="application/vnd.openxmlformats-officedocument.presentationml.tags+xml"/>
  <Override PartName="/ppt/tags/tag541.xml" ContentType="application/vnd.openxmlformats-officedocument.presentationml.tags+xml"/>
  <Override PartName="/ppt/tags/tag542.xml" ContentType="application/vnd.openxmlformats-officedocument.presentationml.tags+xml"/>
  <Override PartName="/ppt/tags/tag543.xml" ContentType="application/vnd.openxmlformats-officedocument.presentationml.tags+xml"/>
  <Override PartName="/ppt/tags/tag544.xml" ContentType="application/vnd.openxmlformats-officedocument.presentationml.tags+xml"/>
  <Override PartName="/ppt/tags/tag545.xml" ContentType="application/vnd.openxmlformats-officedocument.presentationml.tags+xml"/>
  <Override PartName="/ppt/tags/tag546.xml" ContentType="application/vnd.openxmlformats-officedocument.presentationml.tags+xml"/>
  <Override PartName="/ppt/tags/tag547.xml" ContentType="application/vnd.openxmlformats-officedocument.presentationml.tags+xml"/>
  <Override PartName="/ppt/tags/tag548.xml" ContentType="application/vnd.openxmlformats-officedocument.presentationml.tags+xml"/>
  <Override PartName="/ppt/tags/tag549.xml" ContentType="application/vnd.openxmlformats-officedocument.presentationml.tags+xml"/>
  <Override PartName="/ppt/tags/tag550.xml" ContentType="application/vnd.openxmlformats-officedocument.presentationml.tags+xml"/>
  <Override PartName="/ppt/tags/tag551.xml" ContentType="application/vnd.openxmlformats-officedocument.presentationml.tags+xml"/>
  <Override PartName="/ppt/tags/tag552.xml" ContentType="application/vnd.openxmlformats-officedocument.presentationml.tags+xml"/>
  <Override PartName="/ppt/tags/tag553.xml" ContentType="application/vnd.openxmlformats-officedocument.presentationml.tags+xml"/>
  <Override PartName="/ppt/tags/tag554.xml" ContentType="application/vnd.openxmlformats-officedocument.presentationml.tags+xml"/>
  <Override PartName="/ppt/tags/tag555.xml" ContentType="application/vnd.openxmlformats-officedocument.presentationml.tags+xml"/>
  <Override PartName="/ppt/tags/tag556.xml" ContentType="application/vnd.openxmlformats-officedocument.presentationml.tags+xml"/>
  <Override PartName="/ppt/tags/tag557.xml" ContentType="application/vnd.openxmlformats-officedocument.presentationml.tags+xml"/>
  <Override PartName="/ppt/tags/tag558.xml" ContentType="application/vnd.openxmlformats-officedocument.presentationml.tags+xml"/>
  <Override PartName="/ppt/tags/tag559.xml" ContentType="application/vnd.openxmlformats-officedocument.presentationml.tags+xml"/>
  <Override PartName="/ppt/tags/tag560.xml" ContentType="application/vnd.openxmlformats-officedocument.presentationml.tags+xml"/>
  <Override PartName="/ppt/tags/tag561.xml" ContentType="application/vnd.openxmlformats-officedocument.presentationml.tags+xml"/>
  <Override PartName="/ppt/tags/tag562.xml" ContentType="application/vnd.openxmlformats-officedocument.presentationml.tags+xml"/>
  <Override PartName="/ppt/tags/tag563.xml" ContentType="application/vnd.openxmlformats-officedocument.presentationml.tags+xml"/>
  <Override PartName="/ppt/tags/tag564.xml" ContentType="application/vnd.openxmlformats-officedocument.presentationml.tags+xml"/>
  <Override PartName="/ppt/tags/tag565.xml" ContentType="application/vnd.openxmlformats-officedocument.presentationml.tags+xml"/>
  <Override PartName="/ppt/tags/tag566.xml" ContentType="application/vnd.openxmlformats-officedocument.presentationml.tags+xml"/>
  <Override PartName="/ppt/tags/tag567.xml" ContentType="application/vnd.openxmlformats-officedocument.presentationml.tags+xml"/>
  <Override PartName="/ppt/tags/tag568.xml" ContentType="application/vnd.openxmlformats-officedocument.presentationml.tags+xml"/>
  <Override PartName="/ppt/tags/tag569.xml" ContentType="application/vnd.openxmlformats-officedocument.presentationml.tags+xml"/>
  <Override PartName="/ppt/tags/tag570.xml" ContentType="application/vnd.openxmlformats-officedocument.presentationml.tags+xml"/>
  <Override PartName="/ppt/tags/tag571.xml" ContentType="application/vnd.openxmlformats-officedocument.presentationml.tags+xml"/>
  <Override PartName="/ppt/tags/tag572.xml" ContentType="application/vnd.openxmlformats-officedocument.presentationml.tags+xml"/>
  <Override PartName="/ppt/tags/tag573.xml" ContentType="application/vnd.openxmlformats-officedocument.presentationml.tags+xml"/>
  <Override PartName="/ppt/tags/tag574.xml" ContentType="application/vnd.openxmlformats-officedocument.presentationml.tags+xml"/>
  <Override PartName="/ppt/tags/tag575.xml" ContentType="application/vnd.openxmlformats-officedocument.presentationml.tags+xml"/>
  <Override PartName="/ppt/tags/tag576.xml" ContentType="application/vnd.openxmlformats-officedocument.presentationml.tags+xml"/>
  <Override PartName="/ppt/tags/tag577.xml" ContentType="application/vnd.openxmlformats-officedocument.presentationml.tags+xml"/>
  <Override PartName="/ppt/tags/tag578.xml" ContentType="application/vnd.openxmlformats-officedocument.presentationml.tags+xml"/>
  <Override PartName="/ppt/tags/tag579.xml" ContentType="application/vnd.openxmlformats-officedocument.presentationml.tags+xml"/>
  <Override PartName="/ppt/tags/tag580.xml" ContentType="application/vnd.openxmlformats-officedocument.presentationml.tags+xml"/>
  <Override PartName="/ppt/tags/tag581.xml" ContentType="application/vnd.openxmlformats-officedocument.presentationml.tags+xml"/>
  <Override PartName="/ppt/tags/tag582.xml" ContentType="application/vnd.openxmlformats-officedocument.presentationml.tags+xml"/>
  <Override PartName="/ppt/tags/tag583.xml" ContentType="application/vnd.openxmlformats-officedocument.presentationml.tags+xml"/>
  <Override PartName="/ppt/tags/tag584.xml" ContentType="application/vnd.openxmlformats-officedocument.presentationml.tags+xml"/>
  <Override PartName="/ppt/tags/tag585.xml" ContentType="application/vnd.openxmlformats-officedocument.presentationml.tags+xml"/>
  <Override PartName="/ppt/tags/tag586.xml" ContentType="application/vnd.openxmlformats-officedocument.presentationml.tags+xml"/>
  <Override PartName="/ppt/tags/tag587.xml" ContentType="application/vnd.openxmlformats-officedocument.presentationml.tags+xml"/>
  <Override PartName="/ppt/tags/tag588.xml" ContentType="application/vnd.openxmlformats-officedocument.presentationml.tags+xml"/>
  <Override PartName="/ppt/tags/tag589.xml" ContentType="application/vnd.openxmlformats-officedocument.presentationml.tags+xml"/>
  <Override PartName="/ppt/tags/tag590.xml" ContentType="application/vnd.openxmlformats-officedocument.presentationml.tags+xml"/>
  <Override PartName="/ppt/tags/tag591.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 id="2147483673" r:id="rId3"/>
  </p:sldMasterIdLst>
  <p:sldIdLst>
    <p:sldId id="257" r:id="rId4"/>
    <p:sldId id="258" r:id="rId5"/>
    <p:sldId id="292" r:id="rId6"/>
    <p:sldId id="262" r:id="rId7"/>
    <p:sldId id="267" r:id="rId8"/>
    <p:sldId id="295" r:id="rId9"/>
    <p:sldId id="296" r:id="rId10"/>
    <p:sldId id="275" r:id="rId11"/>
    <p:sldId id="277" r:id="rId12"/>
    <p:sldId id="302" r:id="rId13"/>
    <p:sldId id="282" r:id="rId14"/>
    <p:sldId id="285" r:id="rId15"/>
    <p:sldId id="286" r:id="rId16"/>
    <p:sldId id="304" r:id="rId17"/>
    <p:sldId id="305" r:id="rId18"/>
    <p:sldId id="291" r:id="rId19"/>
  </p:sldIdLst>
  <p:sldSz cx="12192000" cy="6858000"/>
  <p:notesSz cx="6858000" cy="9144000"/>
  <p:custDataLst>
    <p:tags r:id="rId20"/>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p:cViewPr varScale="1">
        <p:scale>
          <a:sx n="84" d="100"/>
          <a:sy n="84" d="100"/>
        </p:scale>
        <p:origin x="440" y="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3" Type="http://schemas.openxmlformats.org/officeDocument/2006/relationships/slideMaster" Target="slideMasters/slideMaster3.xml"/><Relationship Id="rId21" Type="http://schemas.openxmlformats.org/officeDocument/2006/relationships/presProps" Target="presProp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tableStyles" Target="tableStyle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theme" Target="theme/theme1.xml"/><Relationship Id="rId10" Type="http://schemas.openxmlformats.org/officeDocument/2006/relationships/slide" Target="slides/slide7.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tags" Target="../tags/tag11.xml"/><Relationship Id="rId2" Type="http://schemas.openxmlformats.org/officeDocument/2006/relationships/tags" Target="../tags/tag10.xml"/><Relationship Id="rId1" Type="http://schemas.openxmlformats.org/officeDocument/2006/relationships/tags" Target="../tags/tag9.xml"/><Relationship Id="rId6" Type="http://schemas.openxmlformats.org/officeDocument/2006/relationships/slideMaster" Target="../slideMasters/slideMaster2.xml"/><Relationship Id="rId5" Type="http://schemas.openxmlformats.org/officeDocument/2006/relationships/tags" Target="../tags/tag13.xml"/><Relationship Id="rId4" Type="http://schemas.openxmlformats.org/officeDocument/2006/relationships/tags" Target="../tags/tag12.xml"/></Relationships>
</file>

<file path=ppt/slideLayouts/_rels/slideLayout13.xml.rels><?xml version="1.0" encoding="UTF-8" standalone="yes"?>
<Relationships xmlns="http://schemas.openxmlformats.org/package/2006/relationships"><Relationship Id="rId3" Type="http://schemas.openxmlformats.org/officeDocument/2006/relationships/tags" Target="../tags/tag16.xml"/><Relationship Id="rId2" Type="http://schemas.openxmlformats.org/officeDocument/2006/relationships/tags" Target="../tags/tag15.xml"/><Relationship Id="rId1" Type="http://schemas.openxmlformats.org/officeDocument/2006/relationships/tags" Target="../tags/tag14.xml"/><Relationship Id="rId5" Type="http://schemas.openxmlformats.org/officeDocument/2006/relationships/slideMaster" Target="../slideMasters/slideMaster2.xml"/><Relationship Id="rId4" Type="http://schemas.openxmlformats.org/officeDocument/2006/relationships/tags" Target="../tags/tag17.xml"/></Relationships>
</file>

<file path=ppt/slideLayouts/_rels/slideLayout14.xml.rels><?xml version="1.0" encoding="UTF-8" standalone="yes"?>
<Relationships xmlns="http://schemas.openxmlformats.org/package/2006/relationships"><Relationship Id="rId3" Type="http://schemas.openxmlformats.org/officeDocument/2006/relationships/tags" Target="../tags/tag20.xml"/><Relationship Id="rId7" Type="http://schemas.openxmlformats.org/officeDocument/2006/relationships/slideMaster" Target="../slideMasters/slideMaster2.xml"/><Relationship Id="rId2" Type="http://schemas.openxmlformats.org/officeDocument/2006/relationships/tags" Target="../tags/tag19.xml"/><Relationship Id="rId1" Type="http://schemas.openxmlformats.org/officeDocument/2006/relationships/tags" Target="../tags/tag18.xml"/><Relationship Id="rId6" Type="http://schemas.openxmlformats.org/officeDocument/2006/relationships/tags" Target="../tags/tag23.xml"/><Relationship Id="rId5" Type="http://schemas.openxmlformats.org/officeDocument/2006/relationships/tags" Target="../tags/tag22.xml"/><Relationship Id="rId4" Type="http://schemas.openxmlformats.org/officeDocument/2006/relationships/tags" Target="../tags/tag21.xml"/></Relationships>
</file>

<file path=ppt/slideLayouts/_rels/slideLayout15.xml.rels><?xml version="1.0" encoding="UTF-8" standalone="yes"?>
<Relationships xmlns="http://schemas.openxmlformats.org/package/2006/relationships"><Relationship Id="rId8" Type="http://schemas.openxmlformats.org/officeDocument/2006/relationships/tags" Target="../tags/tag31.xml"/><Relationship Id="rId3" Type="http://schemas.openxmlformats.org/officeDocument/2006/relationships/tags" Target="../tags/tag26.xml"/><Relationship Id="rId7" Type="http://schemas.openxmlformats.org/officeDocument/2006/relationships/tags" Target="../tags/tag30.xml"/><Relationship Id="rId2" Type="http://schemas.openxmlformats.org/officeDocument/2006/relationships/tags" Target="../tags/tag25.xml"/><Relationship Id="rId1" Type="http://schemas.openxmlformats.org/officeDocument/2006/relationships/tags" Target="../tags/tag24.xml"/><Relationship Id="rId6" Type="http://schemas.openxmlformats.org/officeDocument/2006/relationships/tags" Target="../tags/tag29.xml"/><Relationship Id="rId5" Type="http://schemas.openxmlformats.org/officeDocument/2006/relationships/tags" Target="../tags/tag28.xml"/><Relationship Id="rId4" Type="http://schemas.openxmlformats.org/officeDocument/2006/relationships/tags" Target="../tags/tag27.xml"/><Relationship Id="rId9"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tags" Target="../tags/tag34.xml"/><Relationship Id="rId2" Type="http://schemas.openxmlformats.org/officeDocument/2006/relationships/tags" Target="../tags/tag33.xml"/><Relationship Id="rId1" Type="http://schemas.openxmlformats.org/officeDocument/2006/relationships/tags" Target="../tags/tag32.xml"/><Relationship Id="rId5" Type="http://schemas.openxmlformats.org/officeDocument/2006/relationships/slideMaster" Target="../slideMasters/slideMaster2.xml"/><Relationship Id="rId4" Type="http://schemas.openxmlformats.org/officeDocument/2006/relationships/tags" Target="../tags/tag35.xml"/></Relationships>
</file>

<file path=ppt/slideLayouts/_rels/slideLayout17.xml.rels><?xml version="1.0" encoding="UTF-8" standalone="yes"?>
<Relationships xmlns="http://schemas.openxmlformats.org/package/2006/relationships"><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tags" Target="../tags/tag36.xml"/><Relationship Id="rId4"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tags" Target="../tags/tag41.xml"/><Relationship Id="rId2" Type="http://schemas.openxmlformats.org/officeDocument/2006/relationships/tags" Target="../tags/tag40.xml"/><Relationship Id="rId1" Type="http://schemas.openxmlformats.org/officeDocument/2006/relationships/tags" Target="../tags/tag39.xml"/><Relationship Id="rId5" Type="http://schemas.openxmlformats.org/officeDocument/2006/relationships/slideMaster" Target="../slideMasters/slideMaster2.xml"/><Relationship Id="rId4" Type="http://schemas.openxmlformats.org/officeDocument/2006/relationships/tags" Target="../tags/tag42.xml"/></Relationships>
</file>

<file path=ppt/slideLayouts/_rels/slideLayout19.xml.rels><?xml version="1.0" encoding="UTF-8" standalone="yes"?>
<Relationships xmlns="http://schemas.openxmlformats.org/package/2006/relationships"><Relationship Id="rId3" Type="http://schemas.openxmlformats.org/officeDocument/2006/relationships/tags" Target="../tags/tag45.xml"/><Relationship Id="rId2" Type="http://schemas.openxmlformats.org/officeDocument/2006/relationships/tags" Target="../tags/tag44.xml"/><Relationship Id="rId1" Type="http://schemas.openxmlformats.org/officeDocument/2006/relationships/tags" Target="../tags/tag43.xml"/><Relationship Id="rId6" Type="http://schemas.openxmlformats.org/officeDocument/2006/relationships/slideMaster" Target="../slideMasters/slideMaster2.xml"/><Relationship Id="rId5" Type="http://schemas.openxmlformats.org/officeDocument/2006/relationships/tags" Target="../tags/tag47.xml"/><Relationship Id="rId4" Type="http://schemas.openxmlformats.org/officeDocument/2006/relationships/tags" Target="../tags/tag46.xml"/></Relationships>
</file>

<file path=ppt/slideLayouts/_rels/slideLayout20.xml.rels><?xml version="1.0" encoding="UTF-8" standalone="yes"?>
<Relationships xmlns="http://schemas.openxmlformats.org/package/2006/relationships"><Relationship Id="rId3" Type="http://schemas.openxmlformats.org/officeDocument/2006/relationships/tags" Target="../tags/tag50.xml"/><Relationship Id="rId7" Type="http://schemas.openxmlformats.org/officeDocument/2006/relationships/image" Target="../media/image2.jpeg"/><Relationship Id="rId2" Type="http://schemas.openxmlformats.org/officeDocument/2006/relationships/tags" Target="../tags/tag49.xml"/><Relationship Id="rId1" Type="http://schemas.openxmlformats.org/officeDocument/2006/relationships/tags" Target="../tags/tag48.xml"/><Relationship Id="rId6" Type="http://schemas.openxmlformats.org/officeDocument/2006/relationships/slideMaster" Target="../slideMasters/slideMaster2.xml"/><Relationship Id="rId5" Type="http://schemas.openxmlformats.org/officeDocument/2006/relationships/tags" Target="../tags/tag52.xml"/><Relationship Id="rId4" Type="http://schemas.openxmlformats.org/officeDocument/2006/relationships/tags" Target="../tags/tag51.xml"/></Relationships>
</file>

<file path=ppt/slideLayouts/_rels/slideLayout21.xml.rels><?xml version="1.0" encoding="UTF-8" standalone="yes"?>
<Relationships xmlns="http://schemas.openxmlformats.org/package/2006/relationships"><Relationship Id="rId3" Type="http://schemas.openxmlformats.org/officeDocument/2006/relationships/tags" Target="../tags/tag55.xml"/><Relationship Id="rId2" Type="http://schemas.openxmlformats.org/officeDocument/2006/relationships/tags" Target="../tags/tag54.xml"/><Relationship Id="rId1" Type="http://schemas.openxmlformats.org/officeDocument/2006/relationships/tags" Target="../tags/tag53.xml"/><Relationship Id="rId6" Type="http://schemas.openxmlformats.org/officeDocument/2006/relationships/image" Target="../media/image2.jpeg"/><Relationship Id="rId5" Type="http://schemas.openxmlformats.org/officeDocument/2006/relationships/slideMaster" Target="../slideMasters/slideMaster2.xml"/><Relationship Id="rId4" Type="http://schemas.openxmlformats.org/officeDocument/2006/relationships/tags" Target="../tags/tag56.xml"/></Relationships>
</file>

<file path=ppt/slideLayouts/_rels/slideLayout22.xml.rels><?xml version="1.0" encoding="UTF-8" standalone="yes"?>
<Relationships xmlns="http://schemas.openxmlformats.org/package/2006/relationships"><Relationship Id="rId3" Type="http://schemas.openxmlformats.org/officeDocument/2006/relationships/tags" Target="../tags/tag59.xml"/><Relationship Id="rId2" Type="http://schemas.openxmlformats.org/officeDocument/2006/relationships/tags" Target="../tags/tag58.xml"/><Relationship Id="rId1" Type="http://schemas.openxmlformats.org/officeDocument/2006/relationships/tags" Target="../tags/tag57.xml"/><Relationship Id="rId6" Type="http://schemas.openxmlformats.org/officeDocument/2006/relationships/image" Target="../media/image2.jpeg"/><Relationship Id="rId5" Type="http://schemas.openxmlformats.org/officeDocument/2006/relationships/slideMaster" Target="../slideMasters/slideMaster2.xml"/><Relationship Id="rId4" Type="http://schemas.openxmlformats.org/officeDocument/2006/relationships/tags" Target="../tags/tag60.xml"/></Relationships>
</file>

<file path=ppt/slideLayouts/_rels/slideLayout23.xml.rels><?xml version="1.0" encoding="UTF-8" standalone="yes"?>
<Relationships xmlns="http://schemas.openxmlformats.org/package/2006/relationships"><Relationship Id="rId8" Type="http://schemas.openxmlformats.org/officeDocument/2006/relationships/tags" Target="../tags/tag68.xml"/><Relationship Id="rId13" Type="http://schemas.openxmlformats.org/officeDocument/2006/relationships/tags" Target="../tags/tag73.xml"/><Relationship Id="rId18" Type="http://schemas.openxmlformats.org/officeDocument/2006/relationships/slideMaster" Target="../slideMasters/slideMaster2.xml"/><Relationship Id="rId3" Type="http://schemas.openxmlformats.org/officeDocument/2006/relationships/tags" Target="../tags/tag63.xml"/><Relationship Id="rId7" Type="http://schemas.openxmlformats.org/officeDocument/2006/relationships/tags" Target="../tags/tag67.xml"/><Relationship Id="rId12" Type="http://schemas.openxmlformats.org/officeDocument/2006/relationships/tags" Target="../tags/tag72.xml"/><Relationship Id="rId17" Type="http://schemas.openxmlformats.org/officeDocument/2006/relationships/tags" Target="../tags/tag77.xml"/><Relationship Id="rId2" Type="http://schemas.openxmlformats.org/officeDocument/2006/relationships/tags" Target="../tags/tag62.xml"/><Relationship Id="rId16" Type="http://schemas.openxmlformats.org/officeDocument/2006/relationships/tags" Target="../tags/tag76.xml"/><Relationship Id="rId1" Type="http://schemas.openxmlformats.org/officeDocument/2006/relationships/tags" Target="../tags/tag61.xml"/><Relationship Id="rId6" Type="http://schemas.openxmlformats.org/officeDocument/2006/relationships/tags" Target="../tags/tag66.xml"/><Relationship Id="rId11" Type="http://schemas.openxmlformats.org/officeDocument/2006/relationships/tags" Target="../tags/tag71.xml"/><Relationship Id="rId5" Type="http://schemas.openxmlformats.org/officeDocument/2006/relationships/tags" Target="../tags/tag65.xml"/><Relationship Id="rId15" Type="http://schemas.openxmlformats.org/officeDocument/2006/relationships/tags" Target="../tags/tag75.xml"/><Relationship Id="rId10" Type="http://schemas.openxmlformats.org/officeDocument/2006/relationships/tags" Target="../tags/tag70.xml"/><Relationship Id="rId4" Type="http://schemas.openxmlformats.org/officeDocument/2006/relationships/tags" Target="../tags/tag64.xml"/><Relationship Id="rId9" Type="http://schemas.openxmlformats.org/officeDocument/2006/relationships/tags" Target="../tags/tag69.xml"/><Relationship Id="rId14" Type="http://schemas.openxmlformats.org/officeDocument/2006/relationships/tags" Target="../tags/tag74.xml"/></Relationships>
</file>

<file path=ppt/slideLayouts/_rels/slideLayout24.xml.rels><?xml version="1.0" encoding="UTF-8" standalone="yes"?>
<Relationships xmlns="http://schemas.openxmlformats.org/package/2006/relationships"><Relationship Id="rId8" Type="http://schemas.openxmlformats.org/officeDocument/2006/relationships/tags" Target="../tags/tag91.xml"/><Relationship Id="rId13" Type="http://schemas.openxmlformats.org/officeDocument/2006/relationships/tags" Target="../tags/tag96.xml"/><Relationship Id="rId18" Type="http://schemas.openxmlformats.org/officeDocument/2006/relationships/tags" Target="../tags/tag101.xml"/><Relationship Id="rId3" Type="http://schemas.openxmlformats.org/officeDocument/2006/relationships/tags" Target="../tags/tag86.xml"/><Relationship Id="rId21" Type="http://schemas.openxmlformats.org/officeDocument/2006/relationships/tags" Target="../tags/tag104.xml"/><Relationship Id="rId7" Type="http://schemas.openxmlformats.org/officeDocument/2006/relationships/tags" Target="../tags/tag90.xml"/><Relationship Id="rId12" Type="http://schemas.openxmlformats.org/officeDocument/2006/relationships/tags" Target="../tags/tag95.xml"/><Relationship Id="rId17" Type="http://schemas.openxmlformats.org/officeDocument/2006/relationships/tags" Target="../tags/tag100.xml"/><Relationship Id="rId2" Type="http://schemas.openxmlformats.org/officeDocument/2006/relationships/tags" Target="../tags/tag85.xml"/><Relationship Id="rId16" Type="http://schemas.openxmlformats.org/officeDocument/2006/relationships/tags" Target="../tags/tag99.xml"/><Relationship Id="rId20" Type="http://schemas.openxmlformats.org/officeDocument/2006/relationships/tags" Target="../tags/tag103.xml"/><Relationship Id="rId1" Type="http://schemas.openxmlformats.org/officeDocument/2006/relationships/tags" Target="../tags/tag84.xml"/><Relationship Id="rId6" Type="http://schemas.openxmlformats.org/officeDocument/2006/relationships/tags" Target="../tags/tag89.xml"/><Relationship Id="rId11" Type="http://schemas.openxmlformats.org/officeDocument/2006/relationships/tags" Target="../tags/tag94.xml"/><Relationship Id="rId24" Type="http://schemas.openxmlformats.org/officeDocument/2006/relationships/slideMaster" Target="../slideMasters/slideMaster3.xml"/><Relationship Id="rId5" Type="http://schemas.openxmlformats.org/officeDocument/2006/relationships/tags" Target="../tags/tag88.xml"/><Relationship Id="rId15" Type="http://schemas.openxmlformats.org/officeDocument/2006/relationships/tags" Target="../tags/tag98.xml"/><Relationship Id="rId23" Type="http://schemas.openxmlformats.org/officeDocument/2006/relationships/tags" Target="../tags/tag106.xml"/><Relationship Id="rId10" Type="http://schemas.openxmlformats.org/officeDocument/2006/relationships/tags" Target="../tags/tag93.xml"/><Relationship Id="rId19" Type="http://schemas.openxmlformats.org/officeDocument/2006/relationships/tags" Target="../tags/tag102.xml"/><Relationship Id="rId4" Type="http://schemas.openxmlformats.org/officeDocument/2006/relationships/tags" Target="../tags/tag87.xml"/><Relationship Id="rId9" Type="http://schemas.openxmlformats.org/officeDocument/2006/relationships/tags" Target="../tags/tag92.xml"/><Relationship Id="rId14" Type="http://schemas.openxmlformats.org/officeDocument/2006/relationships/tags" Target="../tags/tag97.xml"/><Relationship Id="rId22" Type="http://schemas.openxmlformats.org/officeDocument/2006/relationships/tags" Target="../tags/tag105.xml"/></Relationships>
</file>

<file path=ppt/slideLayouts/_rels/slideLayout25.xml.rels><?xml version="1.0" encoding="UTF-8" standalone="yes"?>
<Relationships xmlns="http://schemas.openxmlformats.org/package/2006/relationships"><Relationship Id="rId8" Type="http://schemas.openxmlformats.org/officeDocument/2006/relationships/tags" Target="../tags/tag114.xml"/><Relationship Id="rId13" Type="http://schemas.openxmlformats.org/officeDocument/2006/relationships/tags" Target="../tags/tag119.xml"/><Relationship Id="rId3" Type="http://schemas.openxmlformats.org/officeDocument/2006/relationships/tags" Target="../tags/tag109.xml"/><Relationship Id="rId7" Type="http://schemas.openxmlformats.org/officeDocument/2006/relationships/tags" Target="../tags/tag113.xml"/><Relationship Id="rId12" Type="http://schemas.openxmlformats.org/officeDocument/2006/relationships/tags" Target="../tags/tag118.xml"/><Relationship Id="rId2" Type="http://schemas.openxmlformats.org/officeDocument/2006/relationships/tags" Target="../tags/tag108.xml"/><Relationship Id="rId1" Type="http://schemas.openxmlformats.org/officeDocument/2006/relationships/tags" Target="../tags/tag107.xml"/><Relationship Id="rId6" Type="http://schemas.openxmlformats.org/officeDocument/2006/relationships/tags" Target="../tags/tag112.xml"/><Relationship Id="rId11" Type="http://schemas.openxmlformats.org/officeDocument/2006/relationships/tags" Target="../tags/tag117.xml"/><Relationship Id="rId5" Type="http://schemas.openxmlformats.org/officeDocument/2006/relationships/tags" Target="../tags/tag111.xml"/><Relationship Id="rId10" Type="http://schemas.openxmlformats.org/officeDocument/2006/relationships/tags" Target="../tags/tag116.xml"/><Relationship Id="rId4" Type="http://schemas.openxmlformats.org/officeDocument/2006/relationships/tags" Target="../tags/tag110.xml"/><Relationship Id="rId9" Type="http://schemas.openxmlformats.org/officeDocument/2006/relationships/tags" Target="../tags/tag115.xml"/><Relationship Id="rId14"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8" Type="http://schemas.openxmlformats.org/officeDocument/2006/relationships/tags" Target="../tags/tag127.xml"/><Relationship Id="rId3" Type="http://schemas.openxmlformats.org/officeDocument/2006/relationships/tags" Target="../tags/tag122.xml"/><Relationship Id="rId7" Type="http://schemas.openxmlformats.org/officeDocument/2006/relationships/tags" Target="../tags/tag126.xml"/><Relationship Id="rId2" Type="http://schemas.openxmlformats.org/officeDocument/2006/relationships/tags" Target="../tags/tag121.xml"/><Relationship Id="rId1" Type="http://schemas.openxmlformats.org/officeDocument/2006/relationships/tags" Target="../tags/tag120.xml"/><Relationship Id="rId6" Type="http://schemas.openxmlformats.org/officeDocument/2006/relationships/tags" Target="../tags/tag125.xml"/><Relationship Id="rId5" Type="http://schemas.openxmlformats.org/officeDocument/2006/relationships/tags" Target="../tags/tag124.xml"/><Relationship Id="rId4" Type="http://schemas.openxmlformats.org/officeDocument/2006/relationships/tags" Target="../tags/tag123.xml"/><Relationship Id="rId9"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8" Type="http://schemas.openxmlformats.org/officeDocument/2006/relationships/tags" Target="../tags/tag135.xml"/><Relationship Id="rId13" Type="http://schemas.openxmlformats.org/officeDocument/2006/relationships/slideMaster" Target="../slideMasters/slideMaster3.xml"/><Relationship Id="rId3" Type="http://schemas.openxmlformats.org/officeDocument/2006/relationships/tags" Target="../tags/tag130.xml"/><Relationship Id="rId7" Type="http://schemas.openxmlformats.org/officeDocument/2006/relationships/tags" Target="../tags/tag134.xml"/><Relationship Id="rId12" Type="http://schemas.openxmlformats.org/officeDocument/2006/relationships/tags" Target="../tags/tag139.xml"/><Relationship Id="rId2" Type="http://schemas.openxmlformats.org/officeDocument/2006/relationships/tags" Target="../tags/tag129.xml"/><Relationship Id="rId1" Type="http://schemas.openxmlformats.org/officeDocument/2006/relationships/tags" Target="../tags/tag128.xml"/><Relationship Id="rId6" Type="http://schemas.openxmlformats.org/officeDocument/2006/relationships/tags" Target="../tags/tag133.xml"/><Relationship Id="rId11" Type="http://schemas.openxmlformats.org/officeDocument/2006/relationships/tags" Target="../tags/tag138.xml"/><Relationship Id="rId5" Type="http://schemas.openxmlformats.org/officeDocument/2006/relationships/tags" Target="../tags/tag132.xml"/><Relationship Id="rId10" Type="http://schemas.openxmlformats.org/officeDocument/2006/relationships/tags" Target="../tags/tag137.xml"/><Relationship Id="rId4" Type="http://schemas.openxmlformats.org/officeDocument/2006/relationships/tags" Target="../tags/tag131.xml"/><Relationship Id="rId9" Type="http://schemas.openxmlformats.org/officeDocument/2006/relationships/tags" Target="../tags/tag136.xml"/></Relationships>
</file>

<file path=ppt/slideLayouts/_rels/slideLayout28.xml.rels><?xml version="1.0" encoding="UTF-8" standalone="yes"?>
<Relationships xmlns="http://schemas.openxmlformats.org/package/2006/relationships"><Relationship Id="rId8" Type="http://schemas.openxmlformats.org/officeDocument/2006/relationships/tags" Target="../tags/tag147.xml"/><Relationship Id="rId3" Type="http://schemas.openxmlformats.org/officeDocument/2006/relationships/tags" Target="../tags/tag142.xml"/><Relationship Id="rId7" Type="http://schemas.openxmlformats.org/officeDocument/2006/relationships/tags" Target="../tags/tag146.xml"/><Relationship Id="rId2" Type="http://schemas.openxmlformats.org/officeDocument/2006/relationships/tags" Target="../tags/tag141.xml"/><Relationship Id="rId1" Type="http://schemas.openxmlformats.org/officeDocument/2006/relationships/tags" Target="../tags/tag140.xml"/><Relationship Id="rId6" Type="http://schemas.openxmlformats.org/officeDocument/2006/relationships/tags" Target="../tags/tag145.xml"/><Relationship Id="rId11" Type="http://schemas.openxmlformats.org/officeDocument/2006/relationships/slideMaster" Target="../slideMasters/slideMaster3.xml"/><Relationship Id="rId5" Type="http://schemas.openxmlformats.org/officeDocument/2006/relationships/tags" Target="../tags/tag144.xml"/><Relationship Id="rId10" Type="http://schemas.openxmlformats.org/officeDocument/2006/relationships/tags" Target="../tags/tag149.xml"/><Relationship Id="rId4" Type="http://schemas.openxmlformats.org/officeDocument/2006/relationships/tags" Target="../tags/tag143.xml"/><Relationship Id="rId9" Type="http://schemas.openxmlformats.org/officeDocument/2006/relationships/tags" Target="../tags/tag148.xml"/></Relationships>
</file>

<file path=ppt/slideLayouts/_rels/slideLayout29.xml.rels><?xml version="1.0" encoding="UTF-8" standalone="yes"?>
<Relationships xmlns="http://schemas.openxmlformats.org/package/2006/relationships"><Relationship Id="rId8" Type="http://schemas.openxmlformats.org/officeDocument/2006/relationships/slideMaster" Target="../slideMasters/slideMaster3.xml"/><Relationship Id="rId3" Type="http://schemas.openxmlformats.org/officeDocument/2006/relationships/tags" Target="../tags/tag152.xml"/><Relationship Id="rId7" Type="http://schemas.openxmlformats.org/officeDocument/2006/relationships/tags" Target="../tags/tag156.xml"/><Relationship Id="rId2" Type="http://schemas.openxmlformats.org/officeDocument/2006/relationships/tags" Target="../tags/tag151.xml"/><Relationship Id="rId1" Type="http://schemas.openxmlformats.org/officeDocument/2006/relationships/tags" Target="../tags/tag150.xml"/><Relationship Id="rId6" Type="http://schemas.openxmlformats.org/officeDocument/2006/relationships/tags" Target="../tags/tag155.xml"/><Relationship Id="rId5" Type="http://schemas.openxmlformats.org/officeDocument/2006/relationships/tags" Target="../tags/tag154.xml"/><Relationship Id="rId4" Type="http://schemas.openxmlformats.org/officeDocument/2006/relationships/tags" Target="../tags/tag153.xml"/></Relationships>
</file>

<file path=ppt/slideLayouts/_rels/slideLayout30.xml.rels><?xml version="1.0" encoding="UTF-8" standalone="yes"?>
<Relationships xmlns="http://schemas.openxmlformats.org/package/2006/relationships"><Relationship Id="rId8" Type="http://schemas.openxmlformats.org/officeDocument/2006/relationships/tags" Target="../tags/tag164.xml"/><Relationship Id="rId3" Type="http://schemas.openxmlformats.org/officeDocument/2006/relationships/tags" Target="../tags/tag159.xml"/><Relationship Id="rId7" Type="http://schemas.openxmlformats.org/officeDocument/2006/relationships/tags" Target="../tags/tag163.xml"/><Relationship Id="rId2" Type="http://schemas.openxmlformats.org/officeDocument/2006/relationships/tags" Target="../tags/tag158.xml"/><Relationship Id="rId1" Type="http://schemas.openxmlformats.org/officeDocument/2006/relationships/tags" Target="../tags/tag157.xml"/><Relationship Id="rId6" Type="http://schemas.openxmlformats.org/officeDocument/2006/relationships/tags" Target="../tags/tag162.xml"/><Relationship Id="rId11" Type="http://schemas.openxmlformats.org/officeDocument/2006/relationships/slideMaster" Target="../slideMasters/slideMaster3.xml"/><Relationship Id="rId5" Type="http://schemas.openxmlformats.org/officeDocument/2006/relationships/tags" Target="../tags/tag161.xml"/><Relationship Id="rId10" Type="http://schemas.openxmlformats.org/officeDocument/2006/relationships/tags" Target="../tags/tag166.xml"/><Relationship Id="rId4" Type="http://schemas.openxmlformats.org/officeDocument/2006/relationships/tags" Target="../tags/tag160.xml"/><Relationship Id="rId9" Type="http://schemas.openxmlformats.org/officeDocument/2006/relationships/tags" Target="../tags/tag165.xml"/></Relationships>
</file>

<file path=ppt/slideLayouts/_rels/slideLayout31.xml.rels><?xml version="1.0" encoding="UTF-8" standalone="yes"?>
<Relationships xmlns="http://schemas.openxmlformats.org/package/2006/relationships"><Relationship Id="rId8" Type="http://schemas.openxmlformats.org/officeDocument/2006/relationships/tags" Target="../tags/tag174.xml"/><Relationship Id="rId13" Type="http://schemas.openxmlformats.org/officeDocument/2006/relationships/tags" Target="../tags/tag179.xml"/><Relationship Id="rId3" Type="http://schemas.openxmlformats.org/officeDocument/2006/relationships/tags" Target="../tags/tag169.xml"/><Relationship Id="rId7" Type="http://schemas.openxmlformats.org/officeDocument/2006/relationships/tags" Target="../tags/tag173.xml"/><Relationship Id="rId12" Type="http://schemas.openxmlformats.org/officeDocument/2006/relationships/tags" Target="../tags/tag178.xml"/><Relationship Id="rId17" Type="http://schemas.openxmlformats.org/officeDocument/2006/relationships/slideMaster" Target="../slideMasters/slideMaster3.xml"/><Relationship Id="rId2" Type="http://schemas.openxmlformats.org/officeDocument/2006/relationships/tags" Target="../tags/tag168.xml"/><Relationship Id="rId16" Type="http://schemas.openxmlformats.org/officeDocument/2006/relationships/tags" Target="../tags/tag182.xml"/><Relationship Id="rId1" Type="http://schemas.openxmlformats.org/officeDocument/2006/relationships/tags" Target="../tags/tag167.xml"/><Relationship Id="rId6" Type="http://schemas.openxmlformats.org/officeDocument/2006/relationships/tags" Target="../tags/tag172.xml"/><Relationship Id="rId11" Type="http://schemas.openxmlformats.org/officeDocument/2006/relationships/tags" Target="../tags/tag177.xml"/><Relationship Id="rId5" Type="http://schemas.openxmlformats.org/officeDocument/2006/relationships/tags" Target="../tags/tag171.xml"/><Relationship Id="rId15" Type="http://schemas.openxmlformats.org/officeDocument/2006/relationships/tags" Target="../tags/tag181.xml"/><Relationship Id="rId10" Type="http://schemas.openxmlformats.org/officeDocument/2006/relationships/tags" Target="../tags/tag176.xml"/><Relationship Id="rId4" Type="http://schemas.openxmlformats.org/officeDocument/2006/relationships/tags" Target="../tags/tag170.xml"/><Relationship Id="rId9" Type="http://schemas.openxmlformats.org/officeDocument/2006/relationships/tags" Target="../tags/tag175.xml"/><Relationship Id="rId14" Type="http://schemas.openxmlformats.org/officeDocument/2006/relationships/tags" Target="../tags/tag180.xml"/></Relationships>
</file>

<file path=ppt/slideLayouts/_rels/slideLayout32.xml.rels><?xml version="1.0" encoding="UTF-8" standalone="yes"?>
<Relationships xmlns="http://schemas.openxmlformats.org/package/2006/relationships"><Relationship Id="rId8" Type="http://schemas.openxmlformats.org/officeDocument/2006/relationships/tags" Target="../tags/tag190.xml"/><Relationship Id="rId3" Type="http://schemas.openxmlformats.org/officeDocument/2006/relationships/tags" Target="../tags/tag185.xml"/><Relationship Id="rId7" Type="http://schemas.openxmlformats.org/officeDocument/2006/relationships/tags" Target="../tags/tag189.xml"/><Relationship Id="rId12" Type="http://schemas.openxmlformats.org/officeDocument/2006/relationships/slideMaster" Target="../slideMasters/slideMaster3.xml"/><Relationship Id="rId2" Type="http://schemas.openxmlformats.org/officeDocument/2006/relationships/tags" Target="../tags/tag184.xml"/><Relationship Id="rId1" Type="http://schemas.openxmlformats.org/officeDocument/2006/relationships/tags" Target="../tags/tag183.xml"/><Relationship Id="rId6" Type="http://schemas.openxmlformats.org/officeDocument/2006/relationships/tags" Target="../tags/tag188.xml"/><Relationship Id="rId11" Type="http://schemas.openxmlformats.org/officeDocument/2006/relationships/tags" Target="../tags/tag193.xml"/><Relationship Id="rId5" Type="http://schemas.openxmlformats.org/officeDocument/2006/relationships/tags" Target="../tags/tag187.xml"/><Relationship Id="rId10" Type="http://schemas.openxmlformats.org/officeDocument/2006/relationships/tags" Target="../tags/tag192.xml"/><Relationship Id="rId4" Type="http://schemas.openxmlformats.org/officeDocument/2006/relationships/tags" Target="../tags/tag186.xml"/><Relationship Id="rId9" Type="http://schemas.openxmlformats.org/officeDocument/2006/relationships/tags" Target="../tags/tag191.xml"/></Relationships>
</file>

<file path=ppt/slideLayouts/_rels/slideLayout33.xml.rels><?xml version="1.0" encoding="UTF-8" standalone="yes"?>
<Relationships xmlns="http://schemas.openxmlformats.org/package/2006/relationships"><Relationship Id="rId8" Type="http://schemas.openxmlformats.org/officeDocument/2006/relationships/tags" Target="../tags/tag201.xml"/><Relationship Id="rId13" Type="http://schemas.openxmlformats.org/officeDocument/2006/relationships/tags" Target="../tags/tag206.xml"/><Relationship Id="rId3" Type="http://schemas.openxmlformats.org/officeDocument/2006/relationships/tags" Target="../tags/tag196.xml"/><Relationship Id="rId7" Type="http://schemas.openxmlformats.org/officeDocument/2006/relationships/tags" Target="../tags/tag200.xml"/><Relationship Id="rId12" Type="http://schemas.openxmlformats.org/officeDocument/2006/relationships/tags" Target="../tags/tag205.xml"/><Relationship Id="rId2" Type="http://schemas.openxmlformats.org/officeDocument/2006/relationships/tags" Target="../tags/tag195.xml"/><Relationship Id="rId1" Type="http://schemas.openxmlformats.org/officeDocument/2006/relationships/tags" Target="../tags/tag194.xml"/><Relationship Id="rId6" Type="http://schemas.openxmlformats.org/officeDocument/2006/relationships/tags" Target="../tags/tag199.xml"/><Relationship Id="rId11" Type="http://schemas.openxmlformats.org/officeDocument/2006/relationships/tags" Target="../tags/tag204.xml"/><Relationship Id="rId5" Type="http://schemas.openxmlformats.org/officeDocument/2006/relationships/tags" Target="../tags/tag198.xml"/><Relationship Id="rId15" Type="http://schemas.openxmlformats.org/officeDocument/2006/relationships/slideMaster" Target="../slideMasters/slideMaster3.xml"/><Relationship Id="rId10" Type="http://schemas.openxmlformats.org/officeDocument/2006/relationships/tags" Target="../tags/tag203.xml"/><Relationship Id="rId4" Type="http://schemas.openxmlformats.org/officeDocument/2006/relationships/tags" Target="../tags/tag197.xml"/><Relationship Id="rId9" Type="http://schemas.openxmlformats.org/officeDocument/2006/relationships/tags" Target="../tags/tag202.xml"/><Relationship Id="rId14" Type="http://schemas.openxmlformats.org/officeDocument/2006/relationships/tags" Target="../tags/tag207.xml"/></Relationships>
</file>

<file path=ppt/slideLayouts/_rels/slideLayout34.xml.rels><?xml version="1.0" encoding="UTF-8" standalone="yes"?>
<Relationships xmlns="http://schemas.openxmlformats.org/package/2006/relationships"><Relationship Id="rId8" Type="http://schemas.openxmlformats.org/officeDocument/2006/relationships/tags" Target="../tags/tag215.xml"/><Relationship Id="rId13" Type="http://schemas.openxmlformats.org/officeDocument/2006/relationships/tags" Target="../tags/tag220.xml"/><Relationship Id="rId3" Type="http://schemas.openxmlformats.org/officeDocument/2006/relationships/tags" Target="../tags/tag210.xml"/><Relationship Id="rId7" Type="http://schemas.openxmlformats.org/officeDocument/2006/relationships/tags" Target="../tags/tag214.xml"/><Relationship Id="rId12" Type="http://schemas.openxmlformats.org/officeDocument/2006/relationships/tags" Target="../tags/tag219.xml"/><Relationship Id="rId2" Type="http://schemas.openxmlformats.org/officeDocument/2006/relationships/tags" Target="../tags/tag209.xml"/><Relationship Id="rId1" Type="http://schemas.openxmlformats.org/officeDocument/2006/relationships/tags" Target="../tags/tag208.xml"/><Relationship Id="rId6" Type="http://schemas.openxmlformats.org/officeDocument/2006/relationships/tags" Target="../tags/tag213.xml"/><Relationship Id="rId11" Type="http://schemas.openxmlformats.org/officeDocument/2006/relationships/tags" Target="../tags/tag218.xml"/><Relationship Id="rId5" Type="http://schemas.openxmlformats.org/officeDocument/2006/relationships/tags" Target="../tags/tag212.xml"/><Relationship Id="rId15" Type="http://schemas.openxmlformats.org/officeDocument/2006/relationships/slideMaster" Target="../slideMasters/slideMaster3.xml"/><Relationship Id="rId10" Type="http://schemas.openxmlformats.org/officeDocument/2006/relationships/tags" Target="../tags/tag217.xml"/><Relationship Id="rId4" Type="http://schemas.openxmlformats.org/officeDocument/2006/relationships/tags" Target="../tags/tag211.xml"/><Relationship Id="rId9" Type="http://schemas.openxmlformats.org/officeDocument/2006/relationships/tags" Target="../tags/tag216.xml"/><Relationship Id="rId14" Type="http://schemas.openxmlformats.org/officeDocument/2006/relationships/tags" Target="../tags/tag221.xml"/></Relationships>
</file>

<file path=ppt/slideLayouts/_rels/slideLayout35.xml.rels><?xml version="1.0" encoding="UTF-8" standalone="yes"?>
<Relationships xmlns="http://schemas.openxmlformats.org/package/2006/relationships"><Relationship Id="rId8" Type="http://schemas.openxmlformats.org/officeDocument/2006/relationships/tags" Target="../tags/tag229.xml"/><Relationship Id="rId13" Type="http://schemas.openxmlformats.org/officeDocument/2006/relationships/tags" Target="../tags/tag234.xml"/><Relationship Id="rId3" Type="http://schemas.openxmlformats.org/officeDocument/2006/relationships/tags" Target="../tags/tag224.xml"/><Relationship Id="rId7" Type="http://schemas.openxmlformats.org/officeDocument/2006/relationships/tags" Target="../tags/tag228.xml"/><Relationship Id="rId12" Type="http://schemas.openxmlformats.org/officeDocument/2006/relationships/tags" Target="../tags/tag233.xml"/><Relationship Id="rId2" Type="http://schemas.openxmlformats.org/officeDocument/2006/relationships/tags" Target="../tags/tag223.xml"/><Relationship Id="rId1" Type="http://schemas.openxmlformats.org/officeDocument/2006/relationships/tags" Target="../tags/tag222.xml"/><Relationship Id="rId6" Type="http://schemas.openxmlformats.org/officeDocument/2006/relationships/tags" Target="../tags/tag227.xml"/><Relationship Id="rId11" Type="http://schemas.openxmlformats.org/officeDocument/2006/relationships/tags" Target="../tags/tag232.xml"/><Relationship Id="rId5" Type="http://schemas.openxmlformats.org/officeDocument/2006/relationships/tags" Target="../tags/tag226.xml"/><Relationship Id="rId15" Type="http://schemas.openxmlformats.org/officeDocument/2006/relationships/slideMaster" Target="../slideMasters/slideMaster3.xml"/><Relationship Id="rId10" Type="http://schemas.openxmlformats.org/officeDocument/2006/relationships/tags" Target="../tags/tag231.xml"/><Relationship Id="rId4" Type="http://schemas.openxmlformats.org/officeDocument/2006/relationships/tags" Target="../tags/tag225.xml"/><Relationship Id="rId9" Type="http://schemas.openxmlformats.org/officeDocument/2006/relationships/tags" Target="../tags/tag230.xml"/><Relationship Id="rId14" Type="http://schemas.openxmlformats.org/officeDocument/2006/relationships/tags" Target="../tags/tag235.xml"/></Relationships>
</file>

<file path=ppt/slideLayouts/_rels/slideLayout36.xml.rels><?xml version="1.0" encoding="UTF-8" standalone="yes"?>
<Relationships xmlns="http://schemas.openxmlformats.org/package/2006/relationships"><Relationship Id="rId8" Type="http://schemas.openxmlformats.org/officeDocument/2006/relationships/tags" Target="../tags/tag243.xml"/><Relationship Id="rId3" Type="http://schemas.openxmlformats.org/officeDocument/2006/relationships/tags" Target="../tags/tag238.xml"/><Relationship Id="rId7" Type="http://schemas.openxmlformats.org/officeDocument/2006/relationships/tags" Target="../tags/tag242.xml"/><Relationship Id="rId2" Type="http://schemas.openxmlformats.org/officeDocument/2006/relationships/tags" Target="../tags/tag237.xml"/><Relationship Id="rId1" Type="http://schemas.openxmlformats.org/officeDocument/2006/relationships/tags" Target="../tags/tag236.xml"/><Relationship Id="rId6" Type="http://schemas.openxmlformats.org/officeDocument/2006/relationships/tags" Target="../tags/tag241.xml"/><Relationship Id="rId5" Type="http://schemas.openxmlformats.org/officeDocument/2006/relationships/tags" Target="../tags/tag240.xml"/><Relationship Id="rId4" Type="http://schemas.openxmlformats.org/officeDocument/2006/relationships/tags" Target="../tags/tag239.xml"/><Relationship Id="rId9"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8" Type="http://schemas.openxmlformats.org/officeDocument/2006/relationships/tags" Target="../tags/tag251.xml"/><Relationship Id="rId13" Type="http://schemas.openxmlformats.org/officeDocument/2006/relationships/tags" Target="../tags/tag256.xml"/><Relationship Id="rId3" Type="http://schemas.openxmlformats.org/officeDocument/2006/relationships/tags" Target="../tags/tag246.xml"/><Relationship Id="rId7" Type="http://schemas.openxmlformats.org/officeDocument/2006/relationships/tags" Target="../tags/tag250.xml"/><Relationship Id="rId12" Type="http://schemas.openxmlformats.org/officeDocument/2006/relationships/tags" Target="../tags/tag255.xml"/><Relationship Id="rId2" Type="http://schemas.openxmlformats.org/officeDocument/2006/relationships/tags" Target="../tags/tag245.xml"/><Relationship Id="rId1" Type="http://schemas.openxmlformats.org/officeDocument/2006/relationships/tags" Target="../tags/tag244.xml"/><Relationship Id="rId6" Type="http://schemas.openxmlformats.org/officeDocument/2006/relationships/tags" Target="../tags/tag249.xml"/><Relationship Id="rId11" Type="http://schemas.openxmlformats.org/officeDocument/2006/relationships/tags" Target="../tags/tag254.xml"/><Relationship Id="rId5" Type="http://schemas.openxmlformats.org/officeDocument/2006/relationships/tags" Target="../tags/tag248.xml"/><Relationship Id="rId10" Type="http://schemas.openxmlformats.org/officeDocument/2006/relationships/tags" Target="../tags/tag253.xml"/><Relationship Id="rId4" Type="http://schemas.openxmlformats.org/officeDocument/2006/relationships/tags" Target="../tags/tag247.xml"/><Relationship Id="rId9" Type="http://schemas.openxmlformats.org/officeDocument/2006/relationships/tags" Target="../tags/tag252.xml"/><Relationship Id="rId14"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8" Type="http://schemas.openxmlformats.org/officeDocument/2006/relationships/tags" Target="../tags/tag264.xml"/><Relationship Id="rId13" Type="http://schemas.openxmlformats.org/officeDocument/2006/relationships/tags" Target="../tags/tag269.xml"/><Relationship Id="rId3" Type="http://schemas.openxmlformats.org/officeDocument/2006/relationships/tags" Target="../tags/tag259.xml"/><Relationship Id="rId7" Type="http://schemas.openxmlformats.org/officeDocument/2006/relationships/tags" Target="../tags/tag263.xml"/><Relationship Id="rId12" Type="http://schemas.openxmlformats.org/officeDocument/2006/relationships/tags" Target="../tags/tag268.xml"/><Relationship Id="rId17" Type="http://schemas.openxmlformats.org/officeDocument/2006/relationships/slideMaster" Target="../slideMasters/slideMaster3.xml"/><Relationship Id="rId2" Type="http://schemas.openxmlformats.org/officeDocument/2006/relationships/tags" Target="../tags/tag258.xml"/><Relationship Id="rId16" Type="http://schemas.openxmlformats.org/officeDocument/2006/relationships/tags" Target="../tags/tag272.xml"/><Relationship Id="rId1" Type="http://schemas.openxmlformats.org/officeDocument/2006/relationships/tags" Target="../tags/tag257.xml"/><Relationship Id="rId6" Type="http://schemas.openxmlformats.org/officeDocument/2006/relationships/tags" Target="../tags/tag262.xml"/><Relationship Id="rId11" Type="http://schemas.openxmlformats.org/officeDocument/2006/relationships/tags" Target="../tags/tag267.xml"/><Relationship Id="rId5" Type="http://schemas.openxmlformats.org/officeDocument/2006/relationships/tags" Target="../tags/tag261.xml"/><Relationship Id="rId15" Type="http://schemas.openxmlformats.org/officeDocument/2006/relationships/tags" Target="../tags/tag271.xml"/><Relationship Id="rId10" Type="http://schemas.openxmlformats.org/officeDocument/2006/relationships/tags" Target="../tags/tag266.xml"/><Relationship Id="rId4" Type="http://schemas.openxmlformats.org/officeDocument/2006/relationships/tags" Target="../tags/tag260.xml"/><Relationship Id="rId9" Type="http://schemas.openxmlformats.org/officeDocument/2006/relationships/tags" Target="../tags/tag265.xml"/><Relationship Id="rId14" Type="http://schemas.openxmlformats.org/officeDocument/2006/relationships/tags" Target="../tags/tag270.xml"/></Relationships>
</file>

<file path=ppt/slideLayouts/_rels/slideLayout39.xml.rels><?xml version="1.0" encoding="UTF-8" standalone="yes"?>
<Relationships xmlns="http://schemas.openxmlformats.org/package/2006/relationships"><Relationship Id="rId8" Type="http://schemas.openxmlformats.org/officeDocument/2006/relationships/tags" Target="../tags/tag280.xml"/><Relationship Id="rId13" Type="http://schemas.openxmlformats.org/officeDocument/2006/relationships/tags" Target="../tags/tag285.xml"/><Relationship Id="rId3" Type="http://schemas.openxmlformats.org/officeDocument/2006/relationships/tags" Target="../tags/tag275.xml"/><Relationship Id="rId7" Type="http://schemas.openxmlformats.org/officeDocument/2006/relationships/tags" Target="../tags/tag279.xml"/><Relationship Id="rId12" Type="http://schemas.openxmlformats.org/officeDocument/2006/relationships/tags" Target="../tags/tag284.xml"/><Relationship Id="rId2" Type="http://schemas.openxmlformats.org/officeDocument/2006/relationships/tags" Target="../tags/tag274.xml"/><Relationship Id="rId1" Type="http://schemas.openxmlformats.org/officeDocument/2006/relationships/tags" Target="../tags/tag273.xml"/><Relationship Id="rId6" Type="http://schemas.openxmlformats.org/officeDocument/2006/relationships/tags" Target="../tags/tag278.xml"/><Relationship Id="rId11" Type="http://schemas.openxmlformats.org/officeDocument/2006/relationships/tags" Target="../tags/tag283.xml"/><Relationship Id="rId5" Type="http://schemas.openxmlformats.org/officeDocument/2006/relationships/tags" Target="../tags/tag277.xml"/><Relationship Id="rId15" Type="http://schemas.openxmlformats.org/officeDocument/2006/relationships/slideMaster" Target="../slideMasters/slideMaster3.xml"/><Relationship Id="rId10" Type="http://schemas.openxmlformats.org/officeDocument/2006/relationships/tags" Target="../tags/tag282.xml"/><Relationship Id="rId4" Type="http://schemas.openxmlformats.org/officeDocument/2006/relationships/tags" Target="../tags/tag276.xml"/><Relationship Id="rId9" Type="http://schemas.openxmlformats.org/officeDocument/2006/relationships/tags" Target="../tags/tag281.xml"/><Relationship Id="rId14" Type="http://schemas.openxmlformats.org/officeDocument/2006/relationships/tags" Target="../tags/tag286.xml"/></Relationships>
</file>

<file path=ppt/slideLayouts/_rels/slideLayout40.xml.rels><?xml version="1.0" encoding="UTF-8" standalone="yes"?>
<Relationships xmlns="http://schemas.openxmlformats.org/package/2006/relationships"><Relationship Id="rId8" Type="http://schemas.openxmlformats.org/officeDocument/2006/relationships/tags" Target="../tags/tag294.xml"/><Relationship Id="rId13" Type="http://schemas.openxmlformats.org/officeDocument/2006/relationships/tags" Target="../tags/tag299.xml"/><Relationship Id="rId3" Type="http://schemas.openxmlformats.org/officeDocument/2006/relationships/tags" Target="../tags/tag289.xml"/><Relationship Id="rId7" Type="http://schemas.openxmlformats.org/officeDocument/2006/relationships/tags" Target="../tags/tag293.xml"/><Relationship Id="rId12" Type="http://schemas.openxmlformats.org/officeDocument/2006/relationships/tags" Target="../tags/tag298.xml"/><Relationship Id="rId2" Type="http://schemas.openxmlformats.org/officeDocument/2006/relationships/tags" Target="../tags/tag288.xml"/><Relationship Id="rId1" Type="http://schemas.openxmlformats.org/officeDocument/2006/relationships/tags" Target="../tags/tag287.xml"/><Relationship Id="rId6" Type="http://schemas.openxmlformats.org/officeDocument/2006/relationships/tags" Target="../tags/tag292.xml"/><Relationship Id="rId11" Type="http://schemas.openxmlformats.org/officeDocument/2006/relationships/tags" Target="../tags/tag297.xml"/><Relationship Id="rId5" Type="http://schemas.openxmlformats.org/officeDocument/2006/relationships/tags" Target="../tags/tag291.xml"/><Relationship Id="rId10" Type="http://schemas.openxmlformats.org/officeDocument/2006/relationships/tags" Target="../tags/tag296.xml"/><Relationship Id="rId4" Type="http://schemas.openxmlformats.org/officeDocument/2006/relationships/tags" Target="../tags/tag290.xml"/><Relationship Id="rId9" Type="http://schemas.openxmlformats.org/officeDocument/2006/relationships/tags" Target="../tags/tag295.xml"/><Relationship Id="rId14"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8" Type="http://schemas.openxmlformats.org/officeDocument/2006/relationships/tags" Target="../tags/tag307.xml"/><Relationship Id="rId13" Type="http://schemas.openxmlformats.org/officeDocument/2006/relationships/tags" Target="../tags/tag312.xml"/><Relationship Id="rId3" Type="http://schemas.openxmlformats.org/officeDocument/2006/relationships/tags" Target="../tags/tag302.xml"/><Relationship Id="rId7" Type="http://schemas.openxmlformats.org/officeDocument/2006/relationships/tags" Target="../tags/tag306.xml"/><Relationship Id="rId12" Type="http://schemas.openxmlformats.org/officeDocument/2006/relationships/tags" Target="../tags/tag311.xml"/><Relationship Id="rId2" Type="http://schemas.openxmlformats.org/officeDocument/2006/relationships/tags" Target="../tags/tag301.xml"/><Relationship Id="rId1" Type="http://schemas.openxmlformats.org/officeDocument/2006/relationships/tags" Target="../tags/tag300.xml"/><Relationship Id="rId6" Type="http://schemas.openxmlformats.org/officeDocument/2006/relationships/tags" Target="../tags/tag305.xml"/><Relationship Id="rId11" Type="http://schemas.openxmlformats.org/officeDocument/2006/relationships/tags" Target="../tags/tag310.xml"/><Relationship Id="rId5" Type="http://schemas.openxmlformats.org/officeDocument/2006/relationships/tags" Target="../tags/tag304.xml"/><Relationship Id="rId15" Type="http://schemas.openxmlformats.org/officeDocument/2006/relationships/slideMaster" Target="../slideMasters/slideMaster3.xml"/><Relationship Id="rId10" Type="http://schemas.openxmlformats.org/officeDocument/2006/relationships/tags" Target="../tags/tag309.xml"/><Relationship Id="rId4" Type="http://schemas.openxmlformats.org/officeDocument/2006/relationships/tags" Target="../tags/tag303.xml"/><Relationship Id="rId9" Type="http://schemas.openxmlformats.org/officeDocument/2006/relationships/tags" Target="../tags/tag308.xml"/><Relationship Id="rId14" Type="http://schemas.openxmlformats.org/officeDocument/2006/relationships/tags" Target="../tags/tag313.xml"/></Relationships>
</file>

<file path=ppt/slideLayouts/_rels/slideLayout42.xml.rels><?xml version="1.0" encoding="UTF-8" standalone="yes"?>
<Relationships xmlns="http://schemas.openxmlformats.org/package/2006/relationships"><Relationship Id="rId8" Type="http://schemas.openxmlformats.org/officeDocument/2006/relationships/tags" Target="../tags/tag321.xml"/><Relationship Id="rId3" Type="http://schemas.openxmlformats.org/officeDocument/2006/relationships/tags" Target="../tags/tag316.xml"/><Relationship Id="rId7" Type="http://schemas.openxmlformats.org/officeDocument/2006/relationships/tags" Target="../tags/tag320.xml"/><Relationship Id="rId2" Type="http://schemas.openxmlformats.org/officeDocument/2006/relationships/tags" Target="../tags/tag315.xml"/><Relationship Id="rId1" Type="http://schemas.openxmlformats.org/officeDocument/2006/relationships/tags" Target="../tags/tag314.xml"/><Relationship Id="rId6" Type="http://schemas.openxmlformats.org/officeDocument/2006/relationships/tags" Target="../tags/tag319.xml"/><Relationship Id="rId5" Type="http://schemas.openxmlformats.org/officeDocument/2006/relationships/tags" Target="../tags/tag318.xml"/><Relationship Id="rId4" Type="http://schemas.openxmlformats.org/officeDocument/2006/relationships/tags" Target="../tags/tag317.xml"/><Relationship Id="rId9"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8" Type="http://schemas.openxmlformats.org/officeDocument/2006/relationships/tags" Target="../tags/tag329.xml"/><Relationship Id="rId13" Type="http://schemas.openxmlformats.org/officeDocument/2006/relationships/tags" Target="../tags/tag334.xml"/><Relationship Id="rId3" Type="http://schemas.openxmlformats.org/officeDocument/2006/relationships/tags" Target="../tags/tag324.xml"/><Relationship Id="rId7" Type="http://schemas.openxmlformats.org/officeDocument/2006/relationships/tags" Target="../tags/tag328.xml"/><Relationship Id="rId12" Type="http://schemas.openxmlformats.org/officeDocument/2006/relationships/tags" Target="../tags/tag333.xml"/><Relationship Id="rId2" Type="http://schemas.openxmlformats.org/officeDocument/2006/relationships/tags" Target="../tags/tag323.xml"/><Relationship Id="rId1" Type="http://schemas.openxmlformats.org/officeDocument/2006/relationships/tags" Target="../tags/tag322.xml"/><Relationship Id="rId6" Type="http://schemas.openxmlformats.org/officeDocument/2006/relationships/tags" Target="../tags/tag327.xml"/><Relationship Id="rId11" Type="http://schemas.openxmlformats.org/officeDocument/2006/relationships/tags" Target="../tags/tag332.xml"/><Relationship Id="rId5" Type="http://schemas.openxmlformats.org/officeDocument/2006/relationships/tags" Target="../tags/tag326.xml"/><Relationship Id="rId10" Type="http://schemas.openxmlformats.org/officeDocument/2006/relationships/tags" Target="../tags/tag331.xml"/><Relationship Id="rId4" Type="http://schemas.openxmlformats.org/officeDocument/2006/relationships/tags" Target="../tags/tag325.xml"/><Relationship Id="rId9" Type="http://schemas.openxmlformats.org/officeDocument/2006/relationships/tags" Target="../tags/tag330.xml"/><Relationship Id="rId14"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8" Type="http://schemas.openxmlformats.org/officeDocument/2006/relationships/tags" Target="../tags/tag342.xml"/><Relationship Id="rId13" Type="http://schemas.openxmlformats.org/officeDocument/2006/relationships/tags" Target="../tags/tag347.xml"/><Relationship Id="rId3" Type="http://schemas.openxmlformats.org/officeDocument/2006/relationships/tags" Target="../tags/tag337.xml"/><Relationship Id="rId7" Type="http://schemas.openxmlformats.org/officeDocument/2006/relationships/tags" Target="../tags/tag341.xml"/><Relationship Id="rId12" Type="http://schemas.openxmlformats.org/officeDocument/2006/relationships/tags" Target="../tags/tag346.xml"/><Relationship Id="rId17" Type="http://schemas.openxmlformats.org/officeDocument/2006/relationships/slideMaster" Target="../slideMasters/slideMaster3.xml"/><Relationship Id="rId2" Type="http://schemas.openxmlformats.org/officeDocument/2006/relationships/tags" Target="../tags/tag336.xml"/><Relationship Id="rId16" Type="http://schemas.openxmlformats.org/officeDocument/2006/relationships/tags" Target="../tags/tag350.xml"/><Relationship Id="rId1" Type="http://schemas.openxmlformats.org/officeDocument/2006/relationships/tags" Target="../tags/tag335.xml"/><Relationship Id="rId6" Type="http://schemas.openxmlformats.org/officeDocument/2006/relationships/tags" Target="../tags/tag340.xml"/><Relationship Id="rId11" Type="http://schemas.openxmlformats.org/officeDocument/2006/relationships/tags" Target="../tags/tag345.xml"/><Relationship Id="rId5" Type="http://schemas.openxmlformats.org/officeDocument/2006/relationships/tags" Target="../tags/tag339.xml"/><Relationship Id="rId15" Type="http://schemas.openxmlformats.org/officeDocument/2006/relationships/tags" Target="../tags/tag349.xml"/><Relationship Id="rId10" Type="http://schemas.openxmlformats.org/officeDocument/2006/relationships/tags" Target="../tags/tag344.xml"/><Relationship Id="rId4" Type="http://schemas.openxmlformats.org/officeDocument/2006/relationships/tags" Target="../tags/tag338.xml"/><Relationship Id="rId9" Type="http://schemas.openxmlformats.org/officeDocument/2006/relationships/tags" Target="../tags/tag343.xml"/><Relationship Id="rId14" Type="http://schemas.openxmlformats.org/officeDocument/2006/relationships/tags" Target="../tags/tag348.xml"/></Relationships>
</file>

<file path=ppt/slideLayouts/_rels/slideLayout45.xml.rels><?xml version="1.0" encoding="UTF-8" standalone="yes"?>
<Relationships xmlns="http://schemas.openxmlformats.org/package/2006/relationships"><Relationship Id="rId8" Type="http://schemas.openxmlformats.org/officeDocument/2006/relationships/tags" Target="../tags/tag358.xml"/><Relationship Id="rId3" Type="http://schemas.openxmlformats.org/officeDocument/2006/relationships/tags" Target="../tags/tag353.xml"/><Relationship Id="rId7" Type="http://schemas.openxmlformats.org/officeDocument/2006/relationships/tags" Target="../tags/tag357.xml"/><Relationship Id="rId12" Type="http://schemas.openxmlformats.org/officeDocument/2006/relationships/slideMaster" Target="../slideMasters/slideMaster3.xml"/><Relationship Id="rId2" Type="http://schemas.openxmlformats.org/officeDocument/2006/relationships/tags" Target="../tags/tag352.xml"/><Relationship Id="rId1" Type="http://schemas.openxmlformats.org/officeDocument/2006/relationships/tags" Target="../tags/tag351.xml"/><Relationship Id="rId6" Type="http://schemas.openxmlformats.org/officeDocument/2006/relationships/tags" Target="../tags/tag356.xml"/><Relationship Id="rId11" Type="http://schemas.openxmlformats.org/officeDocument/2006/relationships/tags" Target="../tags/tag361.xml"/><Relationship Id="rId5" Type="http://schemas.openxmlformats.org/officeDocument/2006/relationships/tags" Target="../tags/tag355.xml"/><Relationship Id="rId10" Type="http://schemas.openxmlformats.org/officeDocument/2006/relationships/tags" Target="../tags/tag360.xml"/><Relationship Id="rId4" Type="http://schemas.openxmlformats.org/officeDocument/2006/relationships/tags" Target="../tags/tag354.xml"/><Relationship Id="rId9" Type="http://schemas.openxmlformats.org/officeDocument/2006/relationships/tags" Target="../tags/tag359.xml"/></Relationships>
</file>

<file path=ppt/slideLayouts/_rels/slideLayout46.xml.rels><?xml version="1.0" encoding="UTF-8" standalone="yes"?>
<Relationships xmlns="http://schemas.openxmlformats.org/package/2006/relationships"><Relationship Id="rId8" Type="http://schemas.openxmlformats.org/officeDocument/2006/relationships/tags" Target="../tags/tag369.xml"/><Relationship Id="rId13" Type="http://schemas.openxmlformats.org/officeDocument/2006/relationships/tags" Target="../tags/tag374.xml"/><Relationship Id="rId3" Type="http://schemas.openxmlformats.org/officeDocument/2006/relationships/tags" Target="../tags/tag364.xml"/><Relationship Id="rId7" Type="http://schemas.openxmlformats.org/officeDocument/2006/relationships/tags" Target="../tags/tag368.xml"/><Relationship Id="rId12" Type="http://schemas.openxmlformats.org/officeDocument/2006/relationships/tags" Target="../tags/tag373.xml"/><Relationship Id="rId17" Type="http://schemas.openxmlformats.org/officeDocument/2006/relationships/slideMaster" Target="../slideMasters/slideMaster3.xml"/><Relationship Id="rId2" Type="http://schemas.openxmlformats.org/officeDocument/2006/relationships/tags" Target="../tags/tag363.xml"/><Relationship Id="rId16" Type="http://schemas.openxmlformats.org/officeDocument/2006/relationships/tags" Target="../tags/tag377.xml"/><Relationship Id="rId1" Type="http://schemas.openxmlformats.org/officeDocument/2006/relationships/tags" Target="../tags/tag362.xml"/><Relationship Id="rId6" Type="http://schemas.openxmlformats.org/officeDocument/2006/relationships/tags" Target="../tags/tag367.xml"/><Relationship Id="rId11" Type="http://schemas.openxmlformats.org/officeDocument/2006/relationships/tags" Target="../tags/tag372.xml"/><Relationship Id="rId5" Type="http://schemas.openxmlformats.org/officeDocument/2006/relationships/tags" Target="../tags/tag366.xml"/><Relationship Id="rId15" Type="http://schemas.openxmlformats.org/officeDocument/2006/relationships/tags" Target="../tags/tag376.xml"/><Relationship Id="rId10" Type="http://schemas.openxmlformats.org/officeDocument/2006/relationships/tags" Target="../tags/tag371.xml"/><Relationship Id="rId4" Type="http://schemas.openxmlformats.org/officeDocument/2006/relationships/tags" Target="../tags/tag365.xml"/><Relationship Id="rId9" Type="http://schemas.openxmlformats.org/officeDocument/2006/relationships/tags" Target="../tags/tag370.xml"/><Relationship Id="rId14" Type="http://schemas.openxmlformats.org/officeDocument/2006/relationships/tags" Target="../tags/tag375.xml"/></Relationships>
</file>

<file path=ppt/slideLayouts/_rels/slideLayout47.xml.rels><?xml version="1.0" encoding="UTF-8" standalone="yes"?>
<Relationships xmlns="http://schemas.openxmlformats.org/package/2006/relationships"><Relationship Id="rId8" Type="http://schemas.openxmlformats.org/officeDocument/2006/relationships/tags" Target="../tags/tag385.xml"/><Relationship Id="rId13" Type="http://schemas.openxmlformats.org/officeDocument/2006/relationships/tags" Target="../tags/tag390.xml"/><Relationship Id="rId3" Type="http://schemas.openxmlformats.org/officeDocument/2006/relationships/tags" Target="../tags/tag380.xml"/><Relationship Id="rId7" Type="http://schemas.openxmlformats.org/officeDocument/2006/relationships/tags" Target="../tags/tag384.xml"/><Relationship Id="rId12" Type="http://schemas.openxmlformats.org/officeDocument/2006/relationships/tags" Target="../tags/tag389.xml"/><Relationship Id="rId2" Type="http://schemas.openxmlformats.org/officeDocument/2006/relationships/tags" Target="../tags/tag379.xml"/><Relationship Id="rId1" Type="http://schemas.openxmlformats.org/officeDocument/2006/relationships/tags" Target="../tags/tag378.xml"/><Relationship Id="rId6" Type="http://schemas.openxmlformats.org/officeDocument/2006/relationships/tags" Target="../tags/tag383.xml"/><Relationship Id="rId11" Type="http://schemas.openxmlformats.org/officeDocument/2006/relationships/tags" Target="../tags/tag388.xml"/><Relationship Id="rId5" Type="http://schemas.openxmlformats.org/officeDocument/2006/relationships/tags" Target="../tags/tag382.xml"/><Relationship Id="rId10" Type="http://schemas.openxmlformats.org/officeDocument/2006/relationships/tags" Target="../tags/tag387.xml"/><Relationship Id="rId4" Type="http://schemas.openxmlformats.org/officeDocument/2006/relationships/tags" Target="../tags/tag381.xml"/><Relationship Id="rId9" Type="http://schemas.openxmlformats.org/officeDocument/2006/relationships/tags" Target="../tags/tag386.xml"/><Relationship Id="rId14"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8" Type="http://schemas.openxmlformats.org/officeDocument/2006/relationships/tags" Target="../tags/tag398.xml"/><Relationship Id="rId13" Type="http://schemas.openxmlformats.org/officeDocument/2006/relationships/slideMaster" Target="../slideMasters/slideMaster3.xml"/><Relationship Id="rId3" Type="http://schemas.openxmlformats.org/officeDocument/2006/relationships/tags" Target="../tags/tag393.xml"/><Relationship Id="rId7" Type="http://schemas.openxmlformats.org/officeDocument/2006/relationships/tags" Target="../tags/tag397.xml"/><Relationship Id="rId12" Type="http://schemas.openxmlformats.org/officeDocument/2006/relationships/tags" Target="../tags/tag402.xml"/><Relationship Id="rId2" Type="http://schemas.openxmlformats.org/officeDocument/2006/relationships/tags" Target="../tags/tag392.xml"/><Relationship Id="rId1" Type="http://schemas.openxmlformats.org/officeDocument/2006/relationships/tags" Target="../tags/tag391.xml"/><Relationship Id="rId6" Type="http://schemas.openxmlformats.org/officeDocument/2006/relationships/tags" Target="../tags/tag396.xml"/><Relationship Id="rId11" Type="http://schemas.openxmlformats.org/officeDocument/2006/relationships/tags" Target="../tags/tag401.xml"/><Relationship Id="rId5" Type="http://schemas.openxmlformats.org/officeDocument/2006/relationships/tags" Target="../tags/tag395.xml"/><Relationship Id="rId10" Type="http://schemas.openxmlformats.org/officeDocument/2006/relationships/tags" Target="../tags/tag400.xml"/><Relationship Id="rId4" Type="http://schemas.openxmlformats.org/officeDocument/2006/relationships/tags" Target="../tags/tag394.xml"/><Relationship Id="rId9" Type="http://schemas.openxmlformats.org/officeDocument/2006/relationships/tags" Target="../tags/tag399.xml"/></Relationships>
</file>

<file path=ppt/slideLayouts/_rels/slideLayout49.xml.rels><?xml version="1.0" encoding="UTF-8" standalone="yes"?>
<Relationships xmlns="http://schemas.openxmlformats.org/package/2006/relationships"><Relationship Id="rId8" Type="http://schemas.openxmlformats.org/officeDocument/2006/relationships/tags" Target="../tags/tag410.xml"/><Relationship Id="rId13" Type="http://schemas.openxmlformats.org/officeDocument/2006/relationships/slideMaster" Target="../slideMasters/slideMaster3.xml"/><Relationship Id="rId3" Type="http://schemas.openxmlformats.org/officeDocument/2006/relationships/tags" Target="../tags/tag405.xml"/><Relationship Id="rId7" Type="http://schemas.openxmlformats.org/officeDocument/2006/relationships/tags" Target="../tags/tag409.xml"/><Relationship Id="rId12" Type="http://schemas.openxmlformats.org/officeDocument/2006/relationships/tags" Target="../tags/tag414.xml"/><Relationship Id="rId2" Type="http://schemas.openxmlformats.org/officeDocument/2006/relationships/tags" Target="../tags/tag404.xml"/><Relationship Id="rId1" Type="http://schemas.openxmlformats.org/officeDocument/2006/relationships/tags" Target="../tags/tag403.xml"/><Relationship Id="rId6" Type="http://schemas.openxmlformats.org/officeDocument/2006/relationships/tags" Target="../tags/tag408.xml"/><Relationship Id="rId11" Type="http://schemas.openxmlformats.org/officeDocument/2006/relationships/tags" Target="../tags/tag413.xml"/><Relationship Id="rId5" Type="http://schemas.openxmlformats.org/officeDocument/2006/relationships/tags" Target="../tags/tag407.xml"/><Relationship Id="rId10" Type="http://schemas.openxmlformats.org/officeDocument/2006/relationships/tags" Target="../tags/tag412.xml"/><Relationship Id="rId4" Type="http://schemas.openxmlformats.org/officeDocument/2006/relationships/tags" Target="../tags/tag406.xml"/><Relationship Id="rId9" Type="http://schemas.openxmlformats.org/officeDocument/2006/relationships/tags" Target="../tags/tag411.xml"/></Relationships>
</file>

<file path=ppt/slideLayouts/_rels/slideLayout50.xml.rels><?xml version="1.0" encoding="UTF-8" standalone="yes"?>
<Relationships xmlns="http://schemas.openxmlformats.org/package/2006/relationships"><Relationship Id="rId8" Type="http://schemas.openxmlformats.org/officeDocument/2006/relationships/slideMaster" Target="../slideMasters/slideMaster3.xml"/><Relationship Id="rId3" Type="http://schemas.openxmlformats.org/officeDocument/2006/relationships/tags" Target="../tags/tag417.xml"/><Relationship Id="rId7" Type="http://schemas.openxmlformats.org/officeDocument/2006/relationships/tags" Target="../tags/tag421.xml"/><Relationship Id="rId2" Type="http://schemas.openxmlformats.org/officeDocument/2006/relationships/tags" Target="../tags/tag416.xml"/><Relationship Id="rId1" Type="http://schemas.openxmlformats.org/officeDocument/2006/relationships/tags" Target="../tags/tag415.xml"/><Relationship Id="rId6" Type="http://schemas.openxmlformats.org/officeDocument/2006/relationships/tags" Target="../tags/tag420.xml"/><Relationship Id="rId5" Type="http://schemas.openxmlformats.org/officeDocument/2006/relationships/tags" Target="../tags/tag419.xml"/><Relationship Id="rId4" Type="http://schemas.openxmlformats.org/officeDocument/2006/relationships/tags" Target="../tags/tag418.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63A1C593-65D0-4073-BCC9-577B9352EA97}" type="datetimeFigureOut">
              <a:rPr lang="en-US" smtClean="0"/>
              <a:t>7/9/2026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t>7/9/2026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3A1C593-65D0-4073-BCC9-577B9352EA97}" type="datetimeFigureOut">
              <a:rPr lang="en-US" smtClean="0"/>
              <a:t>7/9/2026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3A1C593-65D0-4073-BCC9-577B9352EA97}" type="datetimeFigureOut">
              <a:rPr lang="en-US" smtClean="0"/>
              <a:t>7/9/2026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3A1C593-65D0-4073-BCC9-577B9352EA97}" type="datetimeFigureOut">
              <a:rPr lang="en-US" smtClean="0"/>
              <a:t>7/9/2026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3A1C593-65D0-4073-BCC9-577B9352EA97}" type="datetimeFigureOut">
              <a:rPr lang="en-US" smtClean="0"/>
              <a:t>7/9/2026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t>7/9/2026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t>7/9/2026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t>7/9/2026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t>7/9/2026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t>7/9/2026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95960" y="360000"/>
            <a:ext cx="10800000" cy="720000"/>
          </a:xfrm>
        </p:spPr>
        <p:txBody>
          <a:bodyPr wrap="square">
            <a:normAutofit/>
          </a:bodyPr>
          <a:lstStyle/>
          <a:p>
            <a:r>
              <a:rPr lang="zh-CN" altLang="en-US" dirty="0"/>
              <a:t>Click to edit Master title style</a:t>
            </a:r>
          </a:p>
        </p:txBody>
      </p:sp>
      <p:sp>
        <p:nvSpPr>
          <p:cNvPr id="3" name="内容占位符 2"/>
          <p:cNvSpPr>
            <a:spLocks noGrp="1"/>
          </p:cNvSpPr>
          <p:nvPr>
            <p:ph idx="1"/>
            <p:custDataLst>
              <p:tags r:id="rId2"/>
            </p:custDataLst>
          </p:nvPr>
        </p:nvSpPr>
        <p:spPr>
          <a:xfrm>
            <a:off x="695960" y="1301749"/>
            <a:ext cx="10800000" cy="4873625"/>
          </a:xfrm>
        </p:spPr>
        <p:txBody>
          <a:bodyPr wrap="square">
            <a:normAutofit/>
          </a:bodyPr>
          <a:lstStyle/>
          <a:p>
            <a:pPr lvl="0"/>
            <a:r>
              <a:rPr lang="zh-CN" altLang="en-US" dirty="0"/>
              <a:t>Click to edit Master text styles</a:t>
            </a:r>
          </a:p>
          <a:p>
            <a:pPr lvl="1"/>
            <a:r>
              <a:rPr lang="zh-CN" altLang="en-US" dirty="0"/>
              <a:t>Second level</a:t>
            </a:r>
          </a:p>
          <a:p>
            <a:pPr lvl="2"/>
            <a:r>
              <a:rPr lang="zh-CN" altLang="en-US" dirty="0"/>
              <a:t>Third level</a:t>
            </a:r>
          </a:p>
          <a:p>
            <a:pPr lvl="3"/>
            <a:r>
              <a:rPr lang="zh-CN" altLang="en-US" dirty="0"/>
              <a:t>Fourth level</a:t>
            </a:r>
          </a:p>
          <a:p>
            <a:pPr lvl="4"/>
            <a:r>
              <a:rPr lang="zh-CN" altLang="en-US" dirty="0"/>
              <a:t>Fifth level</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2026/7/9</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ontents">
    <p:spTree>
      <p:nvGrpSpPr>
        <p:cNvPr id="1" name=""/>
        <p:cNvGrpSpPr/>
        <p:nvPr/>
      </p:nvGrpSpPr>
      <p:grpSpPr>
        <a:xfrm>
          <a:off x="0" y="0"/>
          <a:ext cx="0" cy="0"/>
          <a:chOff x="0" y="0"/>
          <a:chExt cx="0" cy="0"/>
        </a:xfrm>
      </p:grpSpPr>
      <p:sp>
        <p:nvSpPr>
          <p:cNvPr id="13" name="标题 1"/>
          <p:cNvSpPr>
            <a:spLocks noGrp="1"/>
          </p:cNvSpPr>
          <p:nvPr userDrawn="1">
            <p:ph type="title" hasCustomPrompt="1"/>
            <p:custDataLst>
              <p:tags r:id="rId1"/>
            </p:custDataLst>
          </p:nvPr>
        </p:nvSpPr>
        <p:spPr>
          <a:xfrm>
            <a:off x="4869180" y="811530"/>
            <a:ext cx="2453640" cy="1081405"/>
          </a:xfrm>
        </p:spPr>
        <p:txBody>
          <a:bodyPr wrap="square" anchor="b">
            <a:normAutofit/>
          </a:bodyPr>
          <a:lstStyle>
            <a:lvl1pPr algn="ctr">
              <a:defRPr kumimoji="0" lang="zh-CN" altLang="en-US" sz="6000" b="1" i="0" u="none" strike="noStrike" kern="1200" cap="none" spc="0" normalizeH="0" baseline="0" noProof="1">
                <a:solidFill>
                  <a:srgbClr val="F9FAFC"/>
                </a:solidFill>
                <a:latin typeface="+mj-lt"/>
                <a:ea typeface="+mj-ea"/>
                <a:cs typeface="MiSans Normal" panose="00000500000000000000" charset="-122"/>
              </a:defRPr>
            </a:lvl1pPr>
          </a:lstStyle>
          <a:p>
            <a:r>
              <a:rPr lang="zh-CN" altLang="en-US" dirty="0"/>
              <a:t>Title</a:t>
            </a:r>
          </a:p>
        </p:txBody>
      </p:sp>
      <p:sp>
        <p:nvSpPr>
          <p:cNvPr id="10" name="灯片编号占位符 5"/>
          <p:cNvSpPr>
            <a:spLocks noGrp="1"/>
          </p:cNvSpPr>
          <p:nvPr userDrawn="1">
            <p:ph type="sldNum" sz="quarter" idx="12"/>
            <p:custDataLst>
              <p:tags r:id="rId2"/>
            </p:custDataLst>
          </p:nvPr>
        </p:nvSpPr>
        <p:spPr/>
        <p:txBody>
          <a:bodyPr wrap="square">
            <a:normAutofit/>
          </a:bodyPr>
          <a:lstStyle/>
          <a:p>
            <a:fld id="{BE5F26B5-172A-4DC2-B0B7-181CFC56B87C}" type="slidenum">
              <a:rPr lang="zh-CN" altLang="en-US" smtClean="0"/>
              <a:t>‹#›</a:t>
            </a:fld>
            <a:endParaRPr lang="zh-CN" altLang="en-US"/>
          </a:p>
        </p:txBody>
      </p:sp>
      <p:sp>
        <p:nvSpPr>
          <p:cNvPr id="9" name="页脚占位符 4"/>
          <p:cNvSpPr>
            <a:spLocks noGrp="1"/>
          </p:cNvSpPr>
          <p:nvPr userDrawn="1">
            <p:ph type="ftr" sz="quarter" idx="11"/>
            <p:custDataLst>
              <p:tags r:id="rId3"/>
            </p:custDataLst>
          </p:nvPr>
        </p:nvSpPr>
        <p:spPr/>
        <p:txBody>
          <a:bodyPr/>
          <a:lstStyle/>
          <a:p>
            <a:endParaRPr lang="zh-CN" altLang="en-US"/>
          </a:p>
        </p:txBody>
      </p:sp>
      <p:sp>
        <p:nvSpPr>
          <p:cNvPr id="8" name="日期占位符 3"/>
          <p:cNvSpPr>
            <a:spLocks noGrp="1"/>
          </p:cNvSpPr>
          <p:nvPr userDrawn="1">
            <p:ph type="dt" sz="half" idx="10"/>
            <p:custDataLst>
              <p:tags r:id="rId4"/>
            </p:custDataLst>
          </p:nvPr>
        </p:nvSpPr>
        <p:spPr/>
        <p:txBody>
          <a:bodyPr wrap="square">
            <a:normAutofit/>
          </a:bodyPr>
          <a:lstStyle/>
          <a:p>
            <a:fld id="{5592522B-0F24-4480-B9DD-A9474A6880D6}" type="datetimeFigureOut">
              <a:rPr lang="zh-CN" altLang="en-US" smtClean="0"/>
              <a:t>2026/7/9</a:t>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3" name="内容占位符 2"/>
          <p:cNvSpPr>
            <a:spLocks noGrp="1"/>
          </p:cNvSpPr>
          <p:nvPr>
            <p:ph sz="half" idx="1"/>
            <p:custDataLst>
              <p:tags r:id="rId1"/>
            </p:custDataLst>
          </p:nvPr>
        </p:nvSpPr>
        <p:spPr>
          <a:xfrm>
            <a:off x="695960" y="1301750"/>
            <a:ext cx="5323840" cy="4875850"/>
          </a:xfrm>
        </p:spPr>
        <p:txBody>
          <a:bodyPr/>
          <a:lstStyle/>
          <a:p>
            <a:pPr lvl="0"/>
            <a:r>
              <a:rPr lang="zh-CN" altLang="en-US"/>
              <a:t>Click to edit Master text styles</a:t>
            </a:r>
          </a:p>
          <a:p>
            <a:pPr lvl="1"/>
            <a:r>
              <a:rPr lang="zh-CN" altLang="en-US"/>
              <a:t>Second level</a:t>
            </a:r>
          </a:p>
          <a:p>
            <a:pPr lvl="2"/>
            <a:r>
              <a:rPr lang="zh-CN" altLang="en-US"/>
              <a:t>Third level</a:t>
            </a:r>
          </a:p>
          <a:p>
            <a:pPr lvl="3"/>
            <a:r>
              <a:rPr lang="zh-CN" altLang="en-US"/>
              <a:t>Fourth level</a:t>
            </a:r>
          </a:p>
          <a:p>
            <a:pPr lvl="4"/>
            <a:r>
              <a:rPr lang="zh-CN" altLang="en-US"/>
              <a:t>Fifth level</a:t>
            </a:r>
          </a:p>
        </p:txBody>
      </p:sp>
      <p:sp>
        <p:nvSpPr>
          <p:cNvPr id="4" name="内容占位符 3"/>
          <p:cNvSpPr>
            <a:spLocks noGrp="1"/>
          </p:cNvSpPr>
          <p:nvPr>
            <p:ph sz="half" idx="2"/>
            <p:custDataLst>
              <p:tags r:id="rId2"/>
            </p:custDataLst>
          </p:nvPr>
        </p:nvSpPr>
        <p:spPr>
          <a:xfrm>
            <a:off x="6172200" y="1301750"/>
            <a:ext cx="5323840" cy="4875850"/>
          </a:xfrm>
        </p:spPr>
        <p:txBody>
          <a:bodyPr/>
          <a:lstStyle/>
          <a:p>
            <a:pPr lvl="0"/>
            <a:r>
              <a:rPr lang="zh-CN" altLang="en-US"/>
              <a:t>Click to edit Master text styles</a:t>
            </a:r>
          </a:p>
          <a:p>
            <a:pPr lvl="1"/>
            <a:r>
              <a:rPr lang="zh-CN" altLang="en-US"/>
              <a:t>Second level</a:t>
            </a:r>
          </a:p>
          <a:p>
            <a:pPr lvl="2"/>
            <a:r>
              <a:rPr lang="zh-CN" altLang="en-US"/>
              <a:t>Third level</a:t>
            </a:r>
          </a:p>
          <a:p>
            <a:pPr lvl="3"/>
            <a:r>
              <a:rPr lang="zh-CN" altLang="en-US"/>
              <a:t>Fourth level</a:t>
            </a:r>
          </a:p>
          <a:p>
            <a:pPr lvl="4"/>
            <a:r>
              <a:rPr lang="zh-CN" altLang="en-US"/>
              <a:t>Fifth level</a:t>
            </a:r>
          </a:p>
        </p:txBody>
      </p:sp>
      <p:sp>
        <p:nvSpPr>
          <p:cNvPr id="5" name="日期占位符 4"/>
          <p:cNvSpPr>
            <a:spLocks noGrp="1"/>
          </p:cNvSpPr>
          <p:nvPr>
            <p:ph type="dt" sz="half" idx="10"/>
            <p:custDataLst>
              <p:tags r:id="rId3"/>
            </p:custDataLst>
          </p:nvPr>
        </p:nvSpPr>
        <p:spPr/>
        <p:txBody>
          <a:bodyPr/>
          <a:lstStyle/>
          <a:p>
            <a:fld id="{760FBDFE-C587-4B4C-A407-44438C67B59E}" type="datetimeFigureOut">
              <a:rPr lang="zh-CN" altLang="en-US" smtClean="0"/>
              <a:t>2026/7/9</a:t>
            </a:fld>
            <a:endParaRPr lang="zh-CN" altLang="en-US"/>
          </a:p>
        </p:txBody>
      </p:sp>
      <p:sp>
        <p:nvSpPr>
          <p:cNvPr id="6" name="页脚占位符 5"/>
          <p:cNvSpPr>
            <a:spLocks noGrp="1"/>
          </p:cNvSpPr>
          <p:nvPr>
            <p:ph type="ftr" sz="quarter" idx="11"/>
            <p:custDataLst>
              <p:tags r:id="rId4"/>
            </p:custDataLst>
          </p:nvPr>
        </p:nvSpPr>
        <p:spPr/>
        <p:txBody>
          <a:bodyPr/>
          <a:lstStyle/>
          <a:p>
            <a:endParaRPr lang="zh-CN" altLang="en-US"/>
          </a:p>
        </p:txBody>
      </p:sp>
      <p:sp>
        <p:nvSpPr>
          <p:cNvPr id="7" name="灯片编号占位符 6"/>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
        <p:nvSpPr>
          <p:cNvPr id="8" name="标题 1"/>
          <p:cNvSpPr>
            <a:spLocks noGrp="1"/>
          </p:cNvSpPr>
          <p:nvPr>
            <p:ph type="title"/>
            <p:custDataLst>
              <p:tags r:id="rId6"/>
            </p:custDataLst>
          </p:nvPr>
        </p:nvSpPr>
        <p:spPr/>
        <p:txBody>
          <a:bodyPr/>
          <a:lstStyle/>
          <a:p>
            <a:r>
              <a:rPr lang="zh-CN" altLang="en-US"/>
              <a:t>Click to edit Master title style</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文本占位符 2"/>
          <p:cNvSpPr>
            <a:spLocks noGrp="1"/>
          </p:cNvSpPr>
          <p:nvPr>
            <p:ph type="body" idx="1"/>
            <p:custDataLst>
              <p:tags r:id="rId1"/>
            </p:custDataLst>
          </p:nvPr>
        </p:nvSpPr>
        <p:spPr>
          <a:xfrm>
            <a:off x="695960" y="1301750"/>
            <a:ext cx="5323840" cy="411303"/>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Click to edit Master text styles</a:t>
            </a:r>
          </a:p>
        </p:txBody>
      </p:sp>
      <p:sp>
        <p:nvSpPr>
          <p:cNvPr id="4" name="内容占位符 3"/>
          <p:cNvSpPr>
            <a:spLocks noGrp="1"/>
          </p:cNvSpPr>
          <p:nvPr>
            <p:ph sz="half" idx="2"/>
            <p:custDataLst>
              <p:tags r:id="rId2"/>
            </p:custDataLst>
          </p:nvPr>
        </p:nvSpPr>
        <p:spPr>
          <a:xfrm>
            <a:off x="695960" y="1875099"/>
            <a:ext cx="5323840" cy="4300276"/>
          </a:xfrm>
        </p:spPr>
        <p:txBody>
          <a:bodyPr/>
          <a:lstStyle/>
          <a:p>
            <a:pPr lvl="0"/>
            <a:r>
              <a:rPr lang="zh-CN" altLang="en-US"/>
              <a:t>Click to edit Master text styles</a:t>
            </a:r>
          </a:p>
          <a:p>
            <a:pPr lvl="1"/>
            <a:r>
              <a:rPr lang="zh-CN" altLang="en-US"/>
              <a:t>Second level</a:t>
            </a:r>
          </a:p>
          <a:p>
            <a:pPr lvl="2"/>
            <a:r>
              <a:rPr lang="zh-CN" altLang="en-US"/>
              <a:t>Third level</a:t>
            </a:r>
          </a:p>
          <a:p>
            <a:pPr lvl="3"/>
            <a:r>
              <a:rPr lang="zh-CN" altLang="en-US"/>
              <a:t>Fourth level</a:t>
            </a:r>
          </a:p>
          <a:p>
            <a:pPr lvl="4"/>
            <a:r>
              <a:rPr lang="zh-CN" altLang="en-US"/>
              <a:t>Fifth level</a:t>
            </a:r>
          </a:p>
        </p:txBody>
      </p:sp>
      <p:sp>
        <p:nvSpPr>
          <p:cNvPr id="5" name="文本占位符 4"/>
          <p:cNvSpPr>
            <a:spLocks noGrp="1"/>
          </p:cNvSpPr>
          <p:nvPr>
            <p:ph type="body" sz="quarter" idx="3"/>
            <p:custDataLst>
              <p:tags r:id="rId3"/>
            </p:custDataLst>
          </p:nvPr>
        </p:nvSpPr>
        <p:spPr>
          <a:xfrm>
            <a:off x="6172200" y="1301750"/>
            <a:ext cx="5323840" cy="411303"/>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Click to edit Master text styles</a:t>
            </a:r>
          </a:p>
        </p:txBody>
      </p:sp>
      <p:sp>
        <p:nvSpPr>
          <p:cNvPr id="6" name="内容占位符 5"/>
          <p:cNvSpPr>
            <a:spLocks noGrp="1"/>
          </p:cNvSpPr>
          <p:nvPr>
            <p:ph sz="quarter" idx="4"/>
            <p:custDataLst>
              <p:tags r:id="rId4"/>
            </p:custDataLst>
          </p:nvPr>
        </p:nvSpPr>
        <p:spPr>
          <a:xfrm>
            <a:off x="6172200" y="1875099"/>
            <a:ext cx="5323840" cy="4300276"/>
          </a:xfrm>
        </p:spPr>
        <p:txBody>
          <a:bodyPr/>
          <a:lstStyle/>
          <a:p>
            <a:pPr lvl="0"/>
            <a:r>
              <a:rPr lang="zh-CN" altLang="en-US"/>
              <a:t>Click to edit Master text styles</a:t>
            </a:r>
          </a:p>
          <a:p>
            <a:pPr lvl="1"/>
            <a:r>
              <a:rPr lang="zh-CN" altLang="en-US"/>
              <a:t>Second level</a:t>
            </a:r>
          </a:p>
          <a:p>
            <a:pPr lvl="2"/>
            <a:r>
              <a:rPr lang="zh-CN" altLang="en-US"/>
              <a:t>Third level</a:t>
            </a:r>
          </a:p>
          <a:p>
            <a:pPr lvl="3"/>
            <a:r>
              <a:rPr lang="zh-CN" altLang="en-US"/>
              <a:t>Fourth level</a:t>
            </a:r>
          </a:p>
          <a:p>
            <a:pPr lvl="4"/>
            <a:r>
              <a:rPr lang="zh-CN" altLang="en-US"/>
              <a:t>Fifth level</a:t>
            </a:r>
          </a:p>
        </p:txBody>
      </p:sp>
      <p:sp>
        <p:nvSpPr>
          <p:cNvPr id="7" name="日期占位符 6"/>
          <p:cNvSpPr>
            <a:spLocks noGrp="1"/>
          </p:cNvSpPr>
          <p:nvPr>
            <p:ph type="dt" sz="half" idx="10"/>
            <p:custDataLst>
              <p:tags r:id="rId5"/>
            </p:custDataLst>
          </p:nvPr>
        </p:nvSpPr>
        <p:spPr/>
        <p:txBody>
          <a:bodyPr/>
          <a:lstStyle/>
          <a:p>
            <a:fld id="{760FBDFE-C587-4B4C-A407-44438C67B59E}" type="datetimeFigureOut">
              <a:rPr lang="zh-CN" altLang="en-US" smtClean="0"/>
              <a:t>2026/7/9</a:t>
            </a:fld>
            <a:endParaRPr lang="zh-CN" altLang="en-US"/>
          </a:p>
        </p:txBody>
      </p:sp>
      <p:sp>
        <p:nvSpPr>
          <p:cNvPr id="8" name="页脚占位符 7"/>
          <p:cNvSpPr>
            <a:spLocks noGrp="1"/>
          </p:cNvSpPr>
          <p:nvPr>
            <p:ph type="ftr" sz="quarter" idx="11"/>
            <p:custDataLst>
              <p:tags r:id="rId6"/>
            </p:custDataLst>
          </p:nvPr>
        </p:nvSpPr>
        <p:spPr/>
        <p:txBody>
          <a:bodyPr/>
          <a:lstStyle/>
          <a:p>
            <a:endParaRPr lang="zh-CN" altLang="en-US"/>
          </a:p>
        </p:txBody>
      </p:sp>
      <p:sp>
        <p:nvSpPr>
          <p:cNvPr id="9" name="灯片编号占位符 8"/>
          <p:cNvSpPr>
            <a:spLocks noGrp="1"/>
          </p:cNvSpPr>
          <p:nvPr>
            <p:ph type="sldNum" sz="quarter" idx="12"/>
            <p:custDataLst>
              <p:tags r:id="rId7"/>
            </p:custDataLst>
          </p:nvPr>
        </p:nvSpPr>
        <p:spPr/>
        <p:txBody>
          <a:bodyPr/>
          <a:lstStyle/>
          <a:p>
            <a:fld id="{49AE70B2-8BF9-45C0-BB95-33D1B9D3A854}" type="slidenum">
              <a:rPr lang="zh-CN" altLang="en-US" smtClean="0"/>
              <a:t>‹#›</a:t>
            </a:fld>
            <a:endParaRPr lang="zh-CN" altLang="en-US"/>
          </a:p>
        </p:txBody>
      </p:sp>
      <p:sp>
        <p:nvSpPr>
          <p:cNvPr id="10" name="标题 1"/>
          <p:cNvSpPr>
            <a:spLocks noGrp="1"/>
          </p:cNvSpPr>
          <p:nvPr>
            <p:ph type="title"/>
            <p:custDataLst>
              <p:tags r:id="rId8"/>
            </p:custDataLst>
          </p:nvPr>
        </p:nvSpPr>
        <p:spPr/>
        <p:txBody>
          <a:bodyPr/>
          <a:lstStyle/>
          <a:p>
            <a:r>
              <a:rPr lang="zh-CN" altLang="en-US"/>
              <a:t>Click to edit Master title style</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2026/7/9</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6" name="标题 1"/>
          <p:cNvSpPr>
            <a:spLocks noGrp="1"/>
          </p:cNvSpPr>
          <p:nvPr>
            <p:ph type="title"/>
            <p:custDataLst>
              <p:tags r:id="rId4"/>
            </p:custDataLst>
          </p:nvPr>
        </p:nvSpPr>
        <p:spPr/>
        <p:txBody>
          <a:bodyPr/>
          <a:lstStyle/>
          <a:p>
            <a:r>
              <a:rPr lang="zh-CN" altLang="en-US"/>
              <a:t>Click to edit Master title style</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1"/>
            </p:custDataLst>
          </p:nvPr>
        </p:nvSpPr>
        <p:spPr/>
        <p:txBody>
          <a:bodyPr/>
          <a:lstStyle/>
          <a:p>
            <a:fld id="{760FBDFE-C587-4B4C-A407-44438C67B59E}" type="datetimeFigureOut">
              <a:rPr lang="zh-CN" altLang="en-US" smtClean="0"/>
              <a:t>2026/7/9</a:t>
            </a:fld>
            <a:endParaRPr lang="zh-CN" altLang="en-US"/>
          </a:p>
        </p:txBody>
      </p:sp>
      <p:sp>
        <p:nvSpPr>
          <p:cNvPr id="3" name="页脚占位符 2"/>
          <p:cNvSpPr>
            <a:spLocks noGrp="1"/>
          </p:cNvSpPr>
          <p:nvPr>
            <p:ph type="ftr" sz="quarter" idx="11"/>
            <p:custDataLst>
              <p:tags r:id="rId2"/>
            </p:custDataLst>
          </p:nvPr>
        </p:nvSpPr>
        <p:spPr/>
        <p:txBody>
          <a:bodyPr/>
          <a:lstStyle/>
          <a:p>
            <a:endParaRPr lang="zh-CN" altLang="en-US"/>
          </a:p>
        </p:txBody>
      </p:sp>
      <p:sp>
        <p:nvSpPr>
          <p:cNvPr id="4" name="灯片编号占位符 3"/>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Content Only">
    <p:spTree>
      <p:nvGrpSpPr>
        <p:cNvPr id="1" name=""/>
        <p:cNvGrpSpPr/>
        <p:nvPr/>
      </p:nvGrpSpPr>
      <p:grpSpPr>
        <a:xfrm>
          <a:off x="0" y="0"/>
          <a:ext cx="0" cy="0"/>
          <a:chOff x="0" y="0"/>
          <a:chExt cx="0" cy="0"/>
        </a:xfrm>
      </p:grpSpPr>
      <p:sp>
        <p:nvSpPr>
          <p:cNvPr id="3" name="内容占位符 2"/>
          <p:cNvSpPr>
            <a:spLocks noGrp="1"/>
          </p:cNvSpPr>
          <p:nvPr>
            <p:ph idx="1"/>
            <p:custDataLst>
              <p:tags r:id="rId1"/>
            </p:custDataLst>
          </p:nvPr>
        </p:nvSpPr>
        <p:spPr>
          <a:xfrm>
            <a:off x="695960" y="360045"/>
            <a:ext cx="10801985" cy="5817870"/>
          </a:xfrm>
        </p:spPr>
        <p:txBody>
          <a:bodyPr/>
          <a:lstStyle/>
          <a:p>
            <a:pPr lvl="0"/>
            <a:r>
              <a:rPr lang="zh-CN" altLang="en-US"/>
              <a:t>Click to edit Master text styles</a:t>
            </a:r>
          </a:p>
          <a:p>
            <a:pPr lvl="1"/>
            <a:r>
              <a:rPr lang="zh-CN" altLang="en-US"/>
              <a:t>Second level</a:t>
            </a:r>
          </a:p>
          <a:p>
            <a:pPr lvl="2"/>
            <a:r>
              <a:rPr lang="zh-CN" altLang="en-US"/>
              <a:t>Third level</a:t>
            </a:r>
          </a:p>
          <a:p>
            <a:pPr lvl="3"/>
            <a:r>
              <a:rPr lang="zh-CN" altLang="en-US"/>
              <a:t>Fourth level</a:t>
            </a:r>
          </a:p>
          <a:p>
            <a:pPr lvl="4"/>
            <a:r>
              <a:rPr lang="zh-CN" altLang="en-US"/>
              <a:t>Fifth level</a:t>
            </a:r>
          </a:p>
        </p:txBody>
      </p:sp>
      <p:sp>
        <p:nvSpPr>
          <p:cNvPr id="4" name="日期占位符 3"/>
          <p:cNvSpPr>
            <a:spLocks noGrp="1"/>
          </p:cNvSpPr>
          <p:nvPr>
            <p:ph type="dt" sz="half" idx="10"/>
            <p:custDataLst>
              <p:tags r:id="rId2"/>
            </p:custDataLst>
          </p:nvPr>
        </p:nvSpPr>
        <p:spPr/>
        <p:txBody>
          <a:bodyPr/>
          <a:lstStyle/>
          <a:p>
            <a:fld id="{760FBDFE-C587-4B4C-A407-44438C67B59E}" type="datetimeFigureOut">
              <a:rPr lang="zh-CN" altLang="en-US" smtClean="0"/>
              <a:t>2026/7/9</a:t>
            </a:fld>
            <a:endParaRPr lang="zh-CN" altLang="en-US"/>
          </a:p>
        </p:txBody>
      </p:sp>
      <p:sp>
        <p:nvSpPr>
          <p:cNvPr id="5" name="页脚占位符 4"/>
          <p:cNvSpPr>
            <a:spLocks noGrp="1"/>
          </p:cNvSpPr>
          <p:nvPr>
            <p:ph type="ftr" sz="quarter" idx="11"/>
            <p:custDataLst>
              <p:tags r:id="rId3"/>
            </p:custDataLst>
          </p:nvPr>
        </p:nvSpPr>
        <p:spPr/>
        <p:txBody>
          <a:bodyPr/>
          <a:lstStyle/>
          <a:p>
            <a:endParaRPr lang="zh-CN" altLang="en-US"/>
          </a:p>
        </p:txBody>
      </p:sp>
      <p:sp>
        <p:nvSpPr>
          <p:cNvPr id="6" name="灯片编号占位符 5"/>
          <p:cNvSpPr>
            <a:spLocks noGrp="1"/>
          </p:cNvSpPr>
          <p:nvPr>
            <p:ph type="sldNum" sz="quarter" idx="12"/>
            <p:custDataLst>
              <p:tags r:id="rId4"/>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Slide">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2026/7/9</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6" name="Text Placeholder 5"/>
          <p:cNvSpPr>
            <a:spLocks noGrp="1"/>
          </p:cNvSpPr>
          <p:nvPr>
            <p:ph type="body" idx="13" hasCustomPrompt="1"/>
            <p:custDataLst>
              <p:tags r:id="rId4"/>
            </p:custDataLst>
          </p:nvPr>
        </p:nvSpPr>
        <p:spPr>
          <a:xfrm>
            <a:off x="695960" y="1301750"/>
            <a:ext cx="10799088" cy="405553"/>
          </a:xfrm>
        </p:spPr>
        <p:txBody>
          <a:bodyPr/>
          <a:lstStyle>
            <a:lvl5pPr>
              <a:buNone/>
              <a:defRPr/>
            </a:lvl5pPr>
          </a:lstStyle>
          <a:p>
            <a:pPr lvl="0"/>
            <a:r>
              <a:rPr lang="zh-CN" altLang="en-US"/>
              <a:t>Please Enter Your Sub Title Here</a:t>
            </a:r>
          </a:p>
        </p:txBody>
      </p:sp>
      <p:sp>
        <p:nvSpPr>
          <p:cNvPr id="7" name="标题 1"/>
          <p:cNvSpPr>
            <a:spLocks noGrp="1"/>
          </p:cNvSpPr>
          <p:nvPr>
            <p:ph type="title"/>
            <p:custDataLst>
              <p:tags r:id="rId5"/>
            </p:custDataLst>
          </p:nvPr>
        </p:nvSpPr>
        <p:spPr/>
        <p:txBody>
          <a:bodyPr/>
          <a:lstStyle/>
          <a:p>
            <a:r>
              <a:rPr lang="zh-CN" altLang="en-US"/>
              <a:t>Click to edit Master title style</a:t>
            </a: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Cover_Slide_1_5">
    <p:bg>
      <p:bgRef idx="1001">
        <a:schemeClr val="bg2"/>
      </p:bgRef>
    </p:bg>
    <p:spTree>
      <p:nvGrpSpPr>
        <p:cNvPr id="1" name=""/>
        <p:cNvGrpSpPr/>
        <p:nvPr/>
      </p:nvGrpSpPr>
      <p:grpSpPr>
        <a:xfrm>
          <a:off x="0" y="0"/>
          <a:ext cx="0" cy="0"/>
          <a:chOff x="0" y="0"/>
          <a:chExt cx="0" cy="0"/>
        </a:xfrm>
      </p:grpSpPr>
      <p:pic>
        <p:nvPicPr>
          <p:cNvPr id="7" name="图片 1" descr="VCG211134073987"/>
          <p:cNvPicPr preferRelativeResize="0"/>
          <p:nvPr>
            <p:custDataLst>
              <p:tags r:id="rId1"/>
            </p:custDataLst>
          </p:nvPr>
        </p:nvPicPr>
        <p:blipFill>
          <a:blip r:embed="rId7"/>
          <a:srcRect/>
          <a:stretch>
            <a:fillRect/>
          </a:stretch>
        </p:blipFill>
        <p:spPr>
          <a:xfrm>
            <a:off x="1200" y="0"/>
            <a:ext cx="12189600" cy="6858000"/>
          </a:xfrm>
          <a:prstGeom prst="rect">
            <a:avLst/>
          </a:prstGeom>
        </p:spPr>
      </p:pic>
      <p:sp>
        <p:nvSpPr>
          <p:cNvPr id="8" name="矩形 5"/>
          <p:cNvSpPr/>
          <p:nvPr>
            <p:custDataLst>
              <p:tags r:id="rId2"/>
            </p:custDataLst>
          </p:nvPr>
        </p:nvSpPr>
        <p:spPr>
          <a:xfrm>
            <a:off x="1200" y="492"/>
            <a:ext cx="12189600" cy="6857016"/>
          </a:xfrm>
          <a:prstGeom prst="rect">
            <a:avLst/>
          </a:prstGeom>
          <a:solidFill>
            <a:srgbClr val="000000">
              <a:alpha val="55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日期"/>
          <p:cNvSpPr txBox="1">
            <a:spLocks noGrp="1"/>
          </p:cNvSpPr>
          <p:nvPr>
            <p:ph type="body" idx="16386" hasCustomPrompt="1"/>
            <p:custDataLst>
              <p:tags r:id="rId3"/>
            </p:custDataLst>
          </p:nvPr>
        </p:nvSpPr>
        <p:spPr>
          <a:xfrm>
            <a:off x="5078942" y="1651000"/>
            <a:ext cx="6097058" cy="457200"/>
          </a:xfrm>
          <a:prstGeom prst="rect">
            <a:avLst/>
          </a:prstGeom>
          <a:noFill/>
          <a:ln>
            <a:noFill/>
            <a:prstDash val="sysDash"/>
          </a:ln>
        </p:spPr>
        <p:txBody>
          <a:bodyPr vert="horz" wrap="square" lIns="0" tIns="0" rIns="0" bIns="0" rtlCol="0" anchor="t" anchorCtr="0">
            <a:normAutofit/>
          </a:bodyPr>
          <a:lstStyle>
            <a:lvl1pPr marL="0" marR="0" lvl="0" indent="0" algn="r" defTabSz="914400" rtl="0" eaLnBrk="1" fontAlgn="auto" latinLnBrk="0" hangingPunct="1">
              <a:lnSpc>
                <a:spcPct val="125000"/>
              </a:lnSpc>
              <a:spcBef>
                <a:spcPct val="0"/>
              </a:spcBef>
              <a:spcAft>
                <a:spcPct val="0"/>
              </a:spcAft>
              <a:buClrTx/>
              <a:buSzTx/>
              <a:buFontTx/>
              <a:buNone/>
              <a:defRPr kumimoji="0" lang="zh-CN" altLang="en-US" sz="2400" b="0" i="0" u="none" strike="noStrike" kern="1200" cap="none" spc="0" normalizeH="0" baseline="0" noProof="1" dirty="0" smtClean="0">
                <a:ln>
                  <a:noFill/>
                  <a:prstDash val="sysDot"/>
                </a:ln>
                <a:solidFill>
                  <a:srgbClr val="F9FAFC"/>
                </a:solidFill>
                <a:latin typeface="+mj-ea"/>
                <a:ea typeface="+mj-ea"/>
                <a:cs typeface="MiSans" panose="00000500000000000000" charset="-122"/>
                <a:sym typeface="+mn-ea"/>
              </a:defRPr>
            </a:lvl1pPr>
          </a:lstStyle>
          <a:p>
            <a:pPr lvl="0"/>
            <a:r>
              <a:rPr dirty="0">
                <a:sym typeface="+mn-ea"/>
              </a:rPr>
              <a:t>20XX YEAR</a:t>
            </a:r>
          </a:p>
        </p:txBody>
      </p:sp>
      <p:sp>
        <p:nvSpPr>
          <p:cNvPr id="9" name="标题"/>
          <p:cNvSpPr txBox="1">
            <a:spLocks noGrp="1"/>
          </p:cNvSpPr>
          <p:nvPr>
            <p:ph type="title" idx="16385" hasCustomPrompt="1"/>
            <p:custDataLst>
              <p:tags r:id="rId4"/>
            </p:custDataLst>
          </p:nvPr>
        </p:nvSpPr>
        <p:spPr>
          <a:xfrm>
            <a:off x="4823354" y="2159000"/>
            <a:ext cx="6352646" cy="2540000"/>
          </a:xfrm>
          <a:prstGeom prst="rect">
            <a:avLst/>
          </a:prstGeom>
          <a:noFill/>
        </p:spPr>
        <p:txBody>
          <a:bodyPr vert="horz" wrap="square" lIns="0" tIns="0" rIns="0" bIns="0" rtlCol="0" anchor="t" anchorCtr="0">
            <a:normAutofit/>
          </a:bodyPr>
          <a:lstStyle>
            <a:lvl1pPr marL="0" marR="0" indent="0" algn="r" defTabSz="914400" rtl="0" eaLnBrk="1" fontAlgn="auto" latinLnBrk="0" hangingPunct="1">
              <a:lnSpc>
                <a:spcPct val="100000"/>
              </a:lnSpc>
              <a:spcBef>
                <a:spcPct val="0"/>
              </a:spcBef>
              <a:spcAft>
                <a:spcPct val="0"/>
              </a:spcAft>
              <a:buClrTx/>
              <a:buSzTx/>
              <a:buFontTx/>
              <a:buNone/>
              <a:defRPr kumimoji="0" lang="zh-CN" altLang="en-US" sz="6000" b="1" i="0" u="none" strike="noStrike" kern="1200" cap="none" spc="0" normalizeH="0" baseline="0" noProof="1" dirty="0">
                <a:solidFill>
                  <a:srgbClr val="F9FAFC"/>
                </a:solidFill>
                <a:latin typeface="+mj-ea"/>
                <a:ea typeface="+mj-ea"/>
                <a:cs typeface="MiSans" panose="00000500000000000000" charset="-122"/>
              </a:defRPr>
            </a:lvl1pPr>
          </a:lstStyle>
          <a:p>
            <a:pPr lvl="0" algn="r"/>
            <a:r>
              <a:rPr dirty="0">
                <a:sym typeface="+mn-ea"/>
              </a:rPr>
              <a:t>Your presentation title here</a:t>
            </a:r>
          </a:p>
        </p:txBody>
      </p:sp>
      <p:sp>
        <p:nvSpPr>
          <p:cNvPr id="10" name="署名占位符 10"/>
          <p:cNvSpPr>
            <a:spLocks noGrp="1"/>
          </p:cNvSpPr>
          <p:nvPr>
            <p:ph type="body" sz="quarter" idx="16387" hasCustomPrompt="1"/>
            <p:custDataLst>
              <p:tags r:id="rId5"/>
            </p:custDataLst>
          </p:nvPr>
        </p:nvSpPr>
        <p:spPr>
          <a:xfrm>
            <a:off x="8635118" y="4749800"/>
            <a:ext cx="2540882" cy="533400"/>
          </a:xfrm>
          <a:prstGeom prst="roundRect">
            <a:avLst>
              <a:gd name="adj" fmla="val 50000"/>
            </a:avLst>
          </a:prstGeom>
          <a:solidFill>
            <a:schemeClr val="accent1"/>
          </a:solidFill>
        </p:spPr>
        <p:txBody>
          <a:bodyPr vert="horz" wrap="square" lIns="0" tIns="0" rIns="0" bIns="0" anchor="ctr" anchorCtr="0">
            <a:normAutofit/>
          </a:bodyPr>
          <a:lstStyle>
            <a:lvl1pPr marL="0" indent="0" algn="ctr">
              <a:lnSpc>
                <a:spcPct val="100000"/>
              </a:lnSpc>
              <a:spcBef>
                <a:spcPct val="0"/>
              </a:spcBef>
              <a:spcAft>
                <a:spcPct val="0"/>
              </a:spcAft>
              <a:buNone/>
              <a:defRPr sz="2000" b="1" spc="0">
                <a:solidFill>
                  <a:srgbClr val="FFFFFF"/>
                </a:solidFill>
              </a:defRPr>
            </a:lvl1pPr>
          </a:lstStyle>
          <a:p>
            <a:pPr lvl="0"/>
            <a:r>
              <a:rPr lang="zh-CN" altLang="en-US" dirty="0"/>
              <a:t>BY WPS</a:t>
            </a:r>
          </a:p>
        </p:txBody>
      </p:sp>
    </p:spTree>
  </p:cSld>
  <p:clrMapOvr>
    <a:overrideClrMapping bg1="dk1" tx1="lt1" bg2="dk2" tx2="lt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Section_Slide_1_5">
    <p:bg>
      <p:bgRef idx="1001">
        <a:schemeClr val="bg2"/>
      </p:bgRef>
    </p:bg>
    <p:spTree>
      <p:nvGrpSpPr>
        <p:cNvPr id="1" name=""/>
        <p:cNvGrpSpPr/>
        <p:nvPr/>
      </p:nvGrpSpPr>
      <p:grpSpPr>
        <a:xfrm>
          <a:off x="0" y="0"/>
          <a:ext cx="0" cy="0"/>
          <a:chOff x="0" y="0"/>
          <a:chExt cx="0" cy="0"/>
        </a:xfrm>
      </p:grpSpPr>
      <p:pic>
        <p:nvPicPr>
          <p:cNvPr id="7" name="图片 2" descr="VCG211134073987"/>
          <p:cNvPicPr preferRelativeResize="0"/>
          <p:nvPr>
            <p:custDataLst>
              <p:tags r:id="rId1"/>
            </p:custDataLst>
          </p:nvPr>
        </p:nvPicPr>
        <p:blipFill>
          <a:blip r:embed="rId6"/>
          <a:srcRect/>
          <a:stretch>
            <a:fillRect/>
          </a:stretch>
        </p:blipFill>
        <p:spPr>
          <a:xfrm>
            <a:off x="1200" y="0"/>
            <a:ext cx="12189600" cy="6858000"/>
          </a:xfrm>
          <a:prstGeom prst="rect">
            <a:avLst/>
          </a:prstGeom>
        </p:spPr>
      </p:pic>
      <p:sp>
        <p:nvSpPr>
          <p:cNvPr id="8" name="矩形 5"/>
          <p:cNvSpPr/>
          <p:nvPr>
            <p:custDataLst>
              <p:tags r:id="rId2"/>
            </p:custDataLst>
          </p:nvPr>
        </p:nvSpPr>
        <p:spPr>
          <a:xfrm>
            <a:off x="0" y="984"/>
            <a:ext cx="12192000" cy="6857016"/>
          </a:xfrm>
          <a:prstGeom prst="rect">
            <a:avLst/>
          </a:prstGeom>
          <a:solidFill>
            <a:srgbClr val="000000">
              <a:alpha val="55000"/>
            </a:srgbClr>
          </a:solidFill>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6" name="标题 1"/>
          <p:cNvSpPr>
            <a:spLocks noGrp="1"/>
          </p:cNvSpPr>
          <p:nvPr>
            <p:ph type="title" idx="16385" hasCustomPrompt="1"/>
            <p:custDataLst>
              <p:tags r:id="rId3"/>
            </p:custDataLst>
          </p:nvPr>
        </p:nvSpPr>
        <p:spPr>
          <a:xfrm>
            <a:off x="4823883" y="3530600"/>
            <a:ext cx="6352117" cy="1524000"/>
          </a:xfrm>
        </p:spPr>
        <p:txBody>
          <a:bodyPr vert="horz" lIns="0" tIns="0" rIns="0" bIns="0" anchor="t" anchorCtr="0">
            <a:normAutofit/>
          </a:bodyPr>
          <a:lstStyle>
            <a:lvl1pPr marL="0" indent="0" algn="r">
              <a:lnSpc>
                <a:spcPct val="100000"/>
              </a:lnSpc>
              <a:spcBef>
                <a:spcPct val="0"/>
              </a:spcBef>
              <a:spcAft>
                <a:spcPct val="0"/>
              </a:spcAft>
              <a:buNone/>
              <a:defRPr sz="4800" b="0" spc="0">
                <a:solidFill>
                  <a:srgbClr val="F9FAFC"/>
                </a:solidFill>
              </a:defRPr>
            </a:lvl1pPr>
          </a:lstStyle>
          <a:p>
            <a:r>
              <a:rPr lang="zh-CN" altLang="en-US" dirty="0"/>
              <a:t>Your chapter title here</a:t>
            </a:r>
          </a:p>
        </p:txBody>
      </p:sp>
      <p:sp>
        <p:nvSpPr>
          <p:cNvPr id="9" name="文本占位符 6"/>
          <p:cNvSpPr>
            <a:spLocks noGrp="1"/>
          </p:cNvSpPr>
          <p:nvPr>
            <p:ph type="body" idx="16386" hasCustomPrompt="1"/>
            <p:custDataLst>
              <p:tags r:id="rId4"/>
            </p:custDataLst>
          </p:nvPr>
        </p:nvSpPr>
        <p:spPr>
          <a:xfrm>
            <a:off x="9648825" y="1905000"/>
            <a:ext cx="1527175" cy="1524000"/>
          </a:xfrm>
        </p:spPr>
        <p:txBody>
          <a:bodyPr vert="horz" wrap="none" lIns="0" tIns="0" rIns="0" bIns="0" anchor="ctr" anchorCtr="0">
            <a:normAutofit/>
          </a:bodyPr>
          <a:lstStyle>
            <a:lvl1pPr marL="0" indent="0" algn="r">
              <a:lnSpc>
                <a:spcPct val="109000"/>
              </a:lnSpc>
              <a:spcBef>
                <a:spcPct val="0"/>
              </a:spcBef>
              <a:spcAft>
                <a:spcPct val="0"/>
              </a:spcAft>
              <a:buNone/>
              <a:defRPr sz="7200" b="1" spc="0">
                <a:solidFill>
                  <a:srgbClr val="F9FAFC"/>
                </a:solidFill>
              </a:defRPr>
            </a:lvl1pPr>
          </a:lstStyle>
          <a:p>
            <a:pPr lvl="0"/>
            <a:r>
              <a:rPr lang="zh-CN" altLang="en-US" dirty="0"/>
              <a:t>01</a:t>
            </a:r>
          </a:p>
        </p:txBody>
      </p:sp>
    </p:spTree>
  </p:cSld>
  <p:clrMapOvr>
    <a:overrideClrMapping bg1="dk1" tx1="lt1" bg2="dk2" tx2="lt2" accent1="accent1" accent2="accent2" accent3="accent3" accent4="accent4" accent5="accent5" accent6="accent6" hlink="hlink" folHlink="folHlink"/>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Closing_Slide_1_5">
    <p:bg>
      <p:bgRef idx="1001">
        <a:schemeClr val="bg2"/>
      </p:bgRef>
    </p:bg>
    <p:spTree>
      <p:nvGrpSpPr>
        <p:cNvPr id="1" name=""/>
        <p:cNvGrpSpPr/>
        <p:nvPr/>
      </p:nvGrpSpPr>
      <p:grpSpPr>
        <a:xfrm>
          <a:off x="0" y="0"/>
          <a:ext cx="0" cy="0"/>
          <a:chOff x="0" y="0"/>
          <a:chExt cx="0" cy="0"/>
        </a:xfrm>
      </p:grpSpPr>
      <p:pic>
        <p:nvPicPr>
          <p:cNvPr id="6" name="图片 1" descr="VCG211134073987"/>
          <p:cNvPicPr preferRelativeResize="0"/>
          <p:nvPr>
            <p:custDataLst>
              <p:tags r:id="rId1"/>
            </p:custDataLst>
          </p:nvPr>
        </p:nvPicPr>
        <p:blipFill>
          <a:blip r:embed="rId6"/>
          <a:srcRect/>
          <a:stretch>
            <a:fillRect/>
          </a:stretch>
        </p:blipFill>
        <p:spPr>
          <a:xfrm>
            <a:off x="1200" y="0"/>
            <a:ext cx="12189600" cy="6858000"/>
          </a:xfrm>
          <a:prstGeom prst="rect">
            <a:avLst/>
          </a:prstGeom>
        </p:spPr>
      </p:pic>
      <p:sp>
        <p:nvSpPr>
          <p:cNvPr id="7" name="矩形 5"/>
          <p:cNvSpPr/>
          <p:nvPr>
            <p:custDataLst>
              <p:tags r:id="rId2"/>
            </p:custDataLst>
          </p:nvPr>
        </p:nvSpPr>
        <p:spPr>
          <a:xfrm>
            <a:off x="0" y="984"/>
            <a:ext cx="12192000" cy="6857016"/>
          </a:xfrm>
          <a:prstGeom prst="rect">
            <a:avLst/>
          </a:prstGeom>
          <a:solidFill>
            <a:srgbClr val="000000">
              <a:alpha val="55000"/>
            </a:srgbClr>
          </a:solidFill>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12" name="Subtitle 11"/>
          <p:cNvSpPr>
            <a:spLocks noGrp="1"/>
          </p:cNvSpPr>
          <p:nvPr>
            <p:ph type="body" idx="16386" hasCustomPrompt="1"/>
            <p:custDataLst>
              <p:tags r:id="rId3"/>
            </p:custDataLst>
          </p:nvPr>
        </p:nvSpPr>
        <p:spPr>
          <a:xfrm>
            <a:off x="5726642" y="2667000"/>
            <a:ext cx="5449358" cy="457200"/>
          </a:xfrm>
          <a:noFill/>
        </p:spPr>
        <p:txBody>
          <a:bodyPr vert="horz" lIns="0" tIns="0" rIns="0" bIns="0" anchor="t">
            <a:normAutofit/>
          </a:bodyPr>
          <a:lstStyle>
            <a:lvl1pPr marL="0" indent="0" algn="r">
              <a:lnSpc>
                <a:spcPct val="125000"/>
              </a:lnSpc>
              <a:spcBef>
                <a:spcPct val="0"/>
              </a:spcBef>
              <a:spcAft>
                <a:spcPct val="0"/>
              </a:spcAft>
              <a:buNone/>
              <a:defRPr sz="2400" b="0" spc="0">
                <a:solidFill>
                  <a:srgbClr val="F9FAFC"/>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THE END</a:t>
            </a:r>
          </a:p>
        </p:txBody>
      </p:sp>
      <p:sp>
        <p:nvSpPr>
          <p:cNvPr id="8" name="标题 1"/>
          <p:cNvSpPr>
            <a:spLocks noGrp="1"/>
          </p:cNvSpPr>
          <p:nvPr>
            <p:ph type="ctrTitle" idx="16385" hasCustomPrompt="1"/>
            <p:custDataLst>
              <p:tags r:id="rId4"/>
            </p:custDataLst>
          </p:nvPr>
        </p:nvSpPr>
        <p:spPr>
          <a:xfrm>
            <a:off x="5724878" y="3175000"/>
            <a:ext cx="5451122" cy="1016000"/>
          </a:xfrm>
        </p:spPr>
        <p:txBody>
          <a:bodyPr vert="horz" wrap="square" lIns="0" tIns="0" rIns="0" bIns="0" anchor="t" anchorCtr="0">
            <a:normAutofit/>
          </a:bodyPr>
          <a:lstStyle>
            <a:lvl1pPr marL="0" indent="0" algn="r">
              <a:lnSpc>
                <a:spcPct val="100000"/>
              </a:lnSpc>
              <a:spcBef>
                <a:spcPct val="0"/>
              </a:spcBef>
              <a:spcAft>
                <a:spcPct val="0"/>
              </a:spcAft>
              <a:buNone/>
              <a:defRPr sz="6400" spc="0">
                <a:solidFill>
                  <a:srgbClr val="F9FAFC"/>
                </a:solidFill>
              </a:defRPr>
            </a:lvl1pPr>
          </a:lstStyle>
          <a:p>
            <a:r>
              <a:rPr lang="zh-CN" altLang="en-US" dirty="0"/>
              <a:t>THANK YOU</a:t>
            </a:r>
          </a:p>
        </p:txBody>
      </p:sp>
    </p:spTree>
  </p:cSld>
  <p:clrMapOvr>
    <a:overrideClrMapping bg1="dk1" tx1="lt1" bg2="dk2" tx2="lt2" accent1="accent1" accent2="accent2" accent3="accent3" accent4="accent4" accent5="accent5" accent6="accent6" hlink="hlink" folHlink="folHlink"/>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s_Slide-1-5-4">
    <p:spTree>
      <p:nvGrpSpPr>
        <p:cNvPr id="1" name=""/>
        <p:cNvGrpSpPr/>
        <p:nvPr/>
      </p:nvGrpSpPr>
      <p:grpSpPr>
        <a:xfrm>
          <a:off x="0" y="0"/>
          <a:ext cx="0" cy="0"/>
          <a:chOff x="0" y="0"/>
          <a:chExt cx="0" cy="0"/>
        </a:xfrm>
      </p:grpSpPr>
      <p:sp>
        <p:nvSpPr>
          <p:cNvPr id="8" name="日期占位符 3"/>
          <p:cNvSpPr>
            <a:spLocks noGrp="1"/>
          </p:cNvSpPr>
          <p:nvPr>
            <p:ph type="dt" sz="half" idx="10"/>
            <p:custDataLst>
              <p:tags r:id="rId1"/>
            </p:custDataLst>
          </p:nvPr>
        </p:nvSpPr>
        <p:spPr/>
        <p:txBody>
          <a:bodyPr/>
          <a:lstStyle/>
          <a:p>
            <a:fld id="{760FBDFE-C587-4B4C-A407-44438C67B59E}" type="datetimeFigureOut">
              <a:rPr lang="zh-CN" altLang="en-US" smtClean="0"/>
              <a:t>2026/7/9</a:t>
            </a:fld>
            <a:endParaRPr lang="zh-CN" altLang="en-US"/>
          </a:p>
        </p:txBody>
      </p:sp>
      <p:sp>
        <p:nvSpPr>
          <p:cNvPr id="9" name="页脚占位符 4"/>
          <p:cNvSpPr>
            <a:spLocks noGrp="1"/>
          </p:cNvSpPr>
          <p:nvPr>
            <p:ph type="ftr" sz="quarter" idx="11"/>
            <p:custDataLst>
              <p:tags r:id="rId2"/>
            </p:custDataLst>
          </p:nvPr>
        </p:nvSpPr>
        <p:spPr/>
        <p:txBody>
          <a:bodyPr/>
          <a:lstStyle/>
          <a:p>
            <a:endParaRPr lang="zh-CN" altLang="en-US"/>
          </a:p>
        </p:txBody>
      </p:sp>
      <p:sp>
        <p:nvSpPr>
          <p:cNvPr id="10" name="灯片编号占位符 5"/>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11" name="Subtitle 10"/>
          <p:cNvSpPr>
            <a:spLocks noGrp="1"/>
          </p:cNvSpPr>
          <p:nvPr>
            <p:ph type="subTitle" idx="17826305" hasCustomPrompt="1"/>
            <p:custDataLst>
              <p:tags r:id="rId4"/>
            </p:custDataLst>
          </p:nvPr>
        </p:nvSpPr>
        <p:spPr>
          <a:xfrm>
            <a:off x="761471" y="2667000"/>
            <a:ext cx="2363258" cy="457200"/>
          </a:xfrm>
          <a:noFill/>
        </p:spPr>
        <p:txBody>
          <a:bodyPr lIns="0" tIns="0" rIns="0" bIns="0" anchor="t">
            <a:normAutofit/>
          </a:bodyPr>
          <a:lstStyle>
            <a:lvl1pPr marL="0" indent="0" algn="ctr">
              <a:lnSpc>
                <a:spcPct val="125000"/>
              </a:lnSpc>
              <a:spcBef>
                <a:spcPct val="0"/>
              </a:spcBef>
              <a:spcAft>
                <a:spcPct val="0"/>
              </a:spcAft>
              <a:buNone/>
              <a:defRPr sz="2400" b="0" spc="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catalog</a:t>
            </a:r>
          </a:p>
        </p:txBody>
      </p:sp>
      <p:sp>
        <p:nvSpPr>
          <p:cNvPr id="12" name="Title 11"/>
          <p:cNvSpPr>
            <a:spLocks noGrp="1"/>
          </p:cNvSpPr>
          <p:nvPr>
            <p:ph type="ctrTitle" idx="17826049" hasCustomPrompt="1"/>
            <p:custDataLst>
              <p:tags r:id="rId5"/>
            </p:custDataLst>
          </p:nvPr>
        </p:nvSpPr>
        <p:spPr>
          <a:xfrm>
            <a:off x="760942" y="3175000"/>
            <a:ext cx="2364317" cy="762000"/>
          </a:xfrm>
          <a:noFill/>
        </p:spPr>
        <p:txBody>
          <a:bodyPr lIns="0" tIns="0" rIns="0" bIns="0" anchor="t">
            <a:normAutofit/>
          </a:bodyPr>
          <a:lstStyle>
            <a:lvl1pPr marL="0" indent="0" algn="ctr">
              <a:lnSpc>
                <a:spcPct val="104000"/>
              </a:lnSpc>
              <a:spcBef>
                <a:spcPct val="0"/>
              </a:spcBef>
              <a:spcAft>
                <a:spcPct val="0"/>
              </a:spcAft>
              <a:buNone/>
              <a:defRPr sz="4800" b="1" spc="0">
                <a:solidFill>
                  <a:schemeClr val="tx1"/>
                </a:solidFill>
              </a:defRPr>
            </a:lvl1pPr>
          </a:lstStyle>
          <a:p>
            <a:r>
              <a:rPr lang="zh-CN" altLang="en-US"/>
              <a:t>Contents</a:t>
            </a:r>
          </a:p>
        </p:txBody>
      </p:sp>
      <p:sp>
        <p:nvSpPr>
          <p:cNvPr id="13" name="Text Placeholder 12"/>
          <p:cNvSpPr>
            <a:spLocks noGrp="1"/>
          </p:cNvSpPr>
          <p:nvPr>
            <p:ph type="body" idx="319883777" hasCustomPrompt="1"/>
            <p:custDataLst>
              <p:tags r:id="rId6"/>
            </p:custDataLst>
          </p:nvPr>
        </p:nvSpPr>
        <p:spPr>
          <a:xfrm>
            <a:off x="4070350" y="2286000"/>
            <a:ext cx="596900" cy="508000"/>
          </a:xfrm>
          <a:noFill/>
        </p:spPr>
        <p:txBody>
          <a:bodyPr wrap="none" lIns="0" tIns="0" rIns="0" bIns="0" anchor="ctr">
            <a:noAutofit/>
          </a:bodyPr>
          <a:lstStyle>
            <a:lvl1pPr marL="0" indent="0" algn="ctr">
              <a:lnSpc>
                <a:spcPct val="109000"/>
              </a:lnSpc>
              <a:spcBef>
                <a:spcPct val="0"/>
              </a:spcBef>
              <a:spcAft>
                <a:spcPct val="0"/>
              </a:spcAft>
              <a:buNone/>
              <a:defRPr sz="4000" b="0" spc="0">
                <a:solidFill>
                  <a:schemeClr val="accent1"/>
                </a:solidFill>
              </a:defRPr>
            </a:lvl1pPr>
          </a:lstStyle>
          <a:p>
            <a:pPr lvl="0"/>
            <a:r>
              <a:rPr lang="zh-CN" altLang="en-US"/>
              <a:t>01</a:t>
            </a:r>
          </a:p>
        </p:txBody>
      </p:sp>
      <p:sp>
        <p:nvSpPr>
          <p:cNvPr id="14" name="装饰  3"/>
          <p:cNvSpPr>
            <a:spLocks noGrp="1"/>
          </p:cNvSpPr>
          <p:nvPr>
            <p:ph type="body" idx="319883522" hasCustomPrompt="1"/>
            <p:custDataLst>
              <p:tags r:id="rId7"/>
            </p:custDataLst>
          </p:nvPr>
        </p:nvSpPr>
        <p:spPr>
          <a:xfrm>
            <a:off x="4851400" y="2209800"/>
            <a:ext cx="25400" cy="762000"/>
          </a:xfrm>
          <a:custGeom>
            <a:avLst/>
            <a:gdLst>
              <a:gd name="connisteX0" fmla="*/ 0 w 25400"/>
              <a:gd name="connsiteY0" fmla="*/ 12700 h 762000"/>
              <a:gd name="connisteX1" fmla="*/ 12700 w 25400"/>
              <a:gd name="connsiteY1" fmla="*/ 0 h 762000"/>
              <a:gd name="connisteX2" fmla="*/ 12700 w 25400"/>
              <a:gd name="connsiteY2" fmla="*/ 0 h 762000"/>
              <a:gd name="connisteX3" fmla="*/ 25400 w 25400"/>
              <a:gd name="connsiteY3" fmla="*/ 12700 h 762000"/>
              <a:gd name="connisteX4" fmla="*/ 25400 w 25400"/>
              <a:gd name="connsiteY4" fmla="*/ 749300 h 762000"/>
              <a:gd name="connisteX5" fmla="*/ 12700 w 25400"/>
              <a:gd name="connsiteY5" fmla="*/ 762000 h 762000"/>
              <a:gd name="connisteX6" fmla="*/ 12700 w 25400"/>
              <a:gd name="connsiteY6" fmla="*/ 762000 h 762000"/>
              <a:gd name="connisteX7" fmla="*/ 0 w 25400"/>
              <a:gd name="connsiteY7" fmla="*/ 749300 h 762000"/>
              <a:gd name="connisteX8" fmla="*/ 0 w 25400"/>
              <a:gd name="connsiteY8" fmla="*/ 12700 h 76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25400" h="762000">
                <a:moveTo>
                  <a:pt x="0" y="12700"/>
                </a:moveTo>
                <a:cubicBezTo>
                  <a:pt x="0" y="5686"/>
                  <a:pt x="5686" y="0"/>
                  <a:pt x="12700" y="0"/>
                </a:cubicBezTo>
                <a:lnTo>
                  <a:pt x="12700" y="0"/>
                </a:lnTo>
                <a:cubicBezTo>
                  <a:pt x="19714" y="0"/>
                  <a:pt x="25400" y="5686"/>
                  <a:pt x="25400" y="12700"/>
                </a:cubicBezTo>
                <a:lnTo>
                  <a:pt x="25400" y="749300"/>
                </a:lnTo>
                <a:cubicBezTo>
                  <a:pt x="25400" y="756314"/>
                  <a:pt x="19714" y="762000"/>
                  <a:pt x="12700" y="762000"/>
                </a:cubicBezTo>
                <a:lnTo>
                  <a:pt x="12700" y="762000"/>
                </a:lnTo>
                <a:cubicBezTo>
                  <a:pt x="5686" y="762000"/>
                  <a:pt x="0" y="756314"/>
                  <a:pt x="0" y="749300"/>
                </a:cubicBezTo>
                <a:lnTo>
                  <a:pt x="0" y="12700"/>
                </a:lnTo>
                <a:close/>
              </a:path>
            </a:pathLst>
          </a:custGeom>
          <a:solidFill>
            <a:schemeClr val="accent1">
              <a:alpha val="50000"/>
            </a:schemeClr>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15" name="Text Placeholder 14"/>
          <p:cNvSpPr>
            <a:spLocks noGrp="1"/>
          </p:cNvSpPr>
          <p:nvPr>
            <p:ph type="body" idx="51446017" hasCustomPrompt="1"/>
            <p:custDataLst>
              <p:tags r:id="rId8"/>
            </p:custDataLst>
          </p:nvPr>
        </p:nvSpPr>
        <p:spPr>
          <a:xfrm>
            <a:off x="5080000" y="2133600"/>
            <a:ext cx="2324100" cy="914400"/>
          </a:xfrm>
          <a:noFill/>
        </p:spPr>
        <p:txBody>
          <a:bodyPr lIns="0" tIns="0" rIns="0" bIns="0" anchor="ctr">
            <a:normAutofit/>
          </a:bodyPr>
          <a:lstStyle>
            <a:lvl1pPr marL="0" indent="0" algn="l">
              <a:lnSpc>
                <a:spcPct val="118000"/>
              </a:lnSpc>
              <a:spcBef>
                <a:spcPct val="0"/>
              </a:spcBef>
              <a:spcAft>
                <a:spcPct val="0"/>
              </a:spcAft>
              <a:buNone/>
              <a:defRPr sz="2400" b="0" spc="0">
                <a:solidFill>
                  <a:schemeClr val="tx1"/>
                </a:solidFill>
              </a:defRPr>
            </a:lvl1pPr>
          </a:lstStyle>
          <a:p>
            <a:pPr lvl="0"/>
            <a:r>
              <a:rPr lang="zh-CN" altLang="en-US"/>
              <a:t>Chapter Title</a:t>
            </a:r>
          </a:p>
        </p:txBody>
      </p:sp>
      <p:sp>
        <p:nvSpPr>
          <p:cNvPr id="16" name="Text Placeholder 15"/>
          <p:cNvSpPr>
            <a:spLocks noGrp="1"/>
          </p:cNvSpPr>
          <p:nvPr>
            <p:ph type="body" idx="319949313" hasCustomPrompt="1"/>
            <p:custDataLst>
              <p:tags r:id="rId9"/>
            </p:custDataLst>
          </p:nvPr>
        </p:nvSpPr>
        <p:spPr>
          <a:xfrm>
            <a:off x="7994650" y="2286000"/>
            <a:ext cx="596900" cy="508000"/>
          </a:xfrm>
          <a:noFill/>
        </p:spPr>
        <p:txBody>
          <a:bodyPr wrap="none" lIns="0" tIns="0" rIns="0" bIns="0" anchor="ctr">
            <a:noAutofit/>
          </a:bodyPr>
          <a:lstStyle>
            <a:lvl1pPr marL="0" indent="0" algn="ctr">
              <a:lnSpc>
                <a:spcPct val="109000"/>
              </a:lnSpc>
              <a:spcBef>
                <a:spcPct val="0"/>
              </a:spcBef>
              <a:spcAft>
                <a:spcPct val="0"/>
              </a:spcAft>
              <a:buNone/>
              <a:defRPr sz="4000" b="0" spc="0">
                <a:solidFill>
                  <a:schemeClr val="accent1"/>
                </a:solidFill>
              </a:defRPr>
            </a:lvl1pPr>
          </a:lstStyle>
          <a:p>
            <a:pPr lvl="0"/>
            <a:r>
              <a:rPr lang="zh-CN" altLang="en-US"/>
              <a:t>02</a:t>
            </a:r>
          </a:p>
        </p:txBody>
      </p:sp>
      <p:sp>
        <p:nvSpPr>
          <p:cNvPr id="17" name="装饰  6"/>
          <p:cNvSpPr>
            <a:spLocks noGrp="1"/>
          </p:cNvSpPr>
          <p:nvPr>
            <p:ph type="body" idx="319949058" hasCustomPrompt="1"/>
            <p:custDataLst>
              <p:tags r:id="rId10"/>
            </p:custDataLst>
          </p:nvPr>
        </p:nvSpPr>
        <p:spPr>
          <a:xfrm>
            <a:off x="8775700" y="2209800"/>
            <a:ext cx="25400" cy="762000"/>
          </a:xfrm>
          <a:custGeom>
            <a:avLst/>
            <a:gdLst>
              <a:gd name="connisteX0" fmla="*/ 0 w 25400"/>
              <a:gd name="connsiteY0" fmla="*/ 12700 h 762000"/>
              <a:gd name="connisteX1" fmla="*/ 12700 w 25400"/>
              <a:gd name="connsiteY1" fmla="*/ 0 h 762000"/>
              <a:gd name="connisteX2" fmla="*/ 12700 w 25400"/>
              <a:gd name="connsiteY2" fmla="*/ 0 h 762000"/>
              <a:gd name="connisteX3" fmla="*/ 25400 w 25400"/>
              <a:gd name="connsiteY3" fmla="*/ 12700 h 762000"/>
              <a:gd name="connisteX4" fmla="*/ 25400 w 25400"/>
              <a:gd name="connsiteY4" fmla="*/ 749300 h 762000"/>
              <a:gd name="connisteX5" fmla="*/ 12700 w 25400"/>
              <a:gd name="connsiteY5" fmla="*/ 762000 h 762000"/>
              <a:gd name="connisteX6" fmla="*/ 12700 w 25400"/>
              <a:gd name="connsiteY6" fmla="*/ 762000 h 762000"/>
              <a:gd name="connisteX7" fmla="*/ 0 w 25400"/>
              <a:gd name="connsiteY7" fmla="*/ 749300 h 762000"/>
              <a:gd name="connisteX8" fmla="*/ 0 w 25400"/>
              <a:gd name="connsiteY8" fmla="*/ 12700 h 76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25400" h="762000">
                <a:moveTo>
                  <a:pt x="0" y="12700"/>
                </a:moveTo>
                <a:cubicBezTo>
                  <a:pt x="0" y="5686"/>
                  <a:pt x="5686" y="0"/>
                  <a:pt x="12700" y="0"/>
                </a:cubicBezTo>
                <a:lnTo>
                  <a:pt x="12700" y="0"/>
                </a:lnTo>
                <a:cubicBezTo>
                  <a:pt x="19714" y="0"/>
                  <a:pt x="25400" y="5686"/>
                  <a:pt x="25400" y="12700"/>
                </a:cubicBezTo>
                <a:lnTo>
                  <a:pt x="25400" y="749300"/>
                </a:lnTo>
                <a:cubicBezTo>
                  <a:pt x="25400" y="756314"/>
                  <a:pt x="19714" y="762000"/>
                  <a:pt x="12700" y="762000"/>
                </a:cubicBezTo>
                <a:lnTo>
                  <a:pt x="12700" y="762000"/>
                </a:lnTo>
                <a:cubicBezTo>
                  <a:pt x="5686" y="762000"/>
                  <a:pt x="0" y="756314"/>
                  <a:pt x="0" y="749300"/>
                </a:cubicBezTo>
                <a:lnTo>
                  <a:pt x="0" y="12700"/>
                </a:lnTo>
                <a:close/>
              </a:path>
            </a:pathLst>
          </a:custGeom>
          <a:solidFill>
            <a:schemeClr val="accent1">
              <a:alpha val="50000"/>
            </a:schemeClr>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18" name="Text Placeholder 17"/>
          <p:cNvSpPr>
            <a:spLocks noGrp="1"/>
          </p:cNvSpPr>
          <p:nvPr>
            <p:ph type="body" idx="51511553" hasCustomPrompt="1"/>
            <p:custDataLst>
              <p:tags r:id="rId11"/>
            </p:custDataLst>
          </p:nvPr>
        </p:nvSpPr>
        <p:spPr>
          <a:xfrm>
            <a:off x="9004300" y="2133600"/>
            <a:ext cx="2324100" cy="914400"/>
          </a:xfrm>
          <a:noFill/>
        </p:spPr>
        <p:txBody>
          <a:bodyPr lIns="0" tIns="0" rIns="0" bIns="0" anchor="ctr">
            <a:normAutofit/>
          </a:bodyPr>
          <a:lstStyle>
            <a:lvl1pPr marL="0" indent="0" algn="l">
              <a:lnSpc>
                <a:spcPct val="118000"/>
              </a:lnSpc>
              <a:spcBef>
                <a:spcPct val="0"/>
              </a:spcBef>
              <a:spcAft>
                <a:spcPct val="0"/>
              </a:spcAft>
              <a:buNone/>
              <a:defRPr sz="2400" b="0" spc="0">
                <a:solidFill>
                  <a:schemeClr val="tx1"/>
                </a:solidFill>
              </a:defRPr>
            </a:lvl1pPr>
          </a:lstStyle>
          <a:p>
            <a:pPr lvl="0"/>
            <a:r>
              <a:rPr lang="zh-CN" altLang="en-US"/>
              <a:t>Chapter Title</a:t>
            </a:r>
          </a:p>
        </p:txBody>
      </p:sp>
      <p:sp>
        <p:nvSpPr>
          <p:cNvPr id="19" name="Text Placeholder 18"/>
          <p:cNvSpPr>
            <a:spLocks noGrp="1"/>
          </p:cNvSpPr>
          <p:nvPr>
            <p:ph type="body" idx="320014849" hasCustomPrompt="1"/>
            <p:custDataLst>
              <p:tags r:id="rId12"/>
            </p:custDataLst>
          </p:nvPr>
        </p:nvSpPr>
        <p:spPr>
          <a:xfrm>
            <a:off x="4070350" y="3962400"/>
            <a:ext cx="596900" cy="508000"/>
          </a:xfrm>
          <a:noFill/>
        </p:spPr>
        <p:txBody>
          <a:bodyPr wrap="none" lIns="0" tIns="0" rIns="0" bIns="0" anchor="ctr">
            <a:noAutofit/>
          </a:bodyPr>
          <a:lstStyle>
            <a:lvl1pPr marL="0" indent="0" algn="ctr">
              <a:lnSpc>
                <a:spcPct val="109000"/>
              </a:lnSpc>
              <a:spcBef>
                <a:spcPct val="0"/>
              </a:spcBef>
              <a:spcAft>
                <a:spcPct val="0"/>
              </a:spcAft>
              <a:buNone/>
              <a:defRPr sz="4000" b="0" spc="0">
                <a:solidFill>
                  <a:schemeClr val="accent1"/>
                </a:solidFill>
              </a:defRPr>
            </a:lvl1pPr>
          </a:lstStyle>
          <a:p>
            <a:pPr lvl="0"/>
            <a:r>
              <a:rPr lang="zh-CN" altLang="en-US"/>
              <a:t>03</a:t>
            </a:r>
          </a:p>
        </p:txBody>
      </p:sp>
      <p:sp>
        <p:nvSpPr>
          <p:cNvPr id="20" name="装饰  9"/>
          <p:cNvSpPr>
            <a:spLocks noGrp="1"/>
          </p:cNvSpPr>
          <p:nvPr>
            <p:ph type="body" idx="320014594" hasCustomPrompt="1"/>
            <p:custDataLst>
              <p:tags r:id="rId13"/>
            </p:custDataLst>
          </p:nvPr>
        </p:nvSpPr>
        <p:spPr>
          <a:xfrm>
            <a:off x="4851400" y="3886200"/>
            <a:ext cx="25400" cy="762000"/>
          </a:xfrm>
          <a:custGeom>
            <a:avLst/>
            <a:gdLst>
              <a:gd name="connisteX0" fmla="*/ 0 w 25400"/>
              <a:gd name="connsiteY0" fmla="*/ 12700 h 762000"/>
              <a:gd name="connisteX1" fmla="*/ 12700 w 25400"/>
              <a:gd name="connsiteY1" fmla="*/ 0 h 762000"/>
              <a:gd name="connisteX2" fmla="*/ 12700 w 25400"/>
              <a:gd name="connsiteY2" fmla="*/ 0 h 762000"/>
              <a:gd name="connisteX3" fmla="*/ 25400 w 25400"/>
              <a:gd name="connsiteY3" fmla="*/ 12700 h 762000"/>
              <a:gd name="connisteX4" fmla="*/ 25400 w 25400"/>
              <a:gd name="connsiteY4" fmla="*/ 749300 h 762000"/>
              <a:gd name="connisteX5" fmla="*/ 12700 w 25400"/>
              <a:gd name="connsiteY5" fmla="*/ 762000 h 762000"/>
              <a:gd name="connisteX6" fmla="*/ 12700 w 25400"/>
              <a:gd name="connsiteY6" fmla="*/ 762000 h 762000"/>
              <a:gd name="connisteX7" fmla="*/ 0 w 25400"/>
              <a:gd name="connsiteY7" fmla="*/ 749300 h 762000"/>
              <a:gd name="connisteX8" fmla="*/ 0 w 25400"/>
              <a:gd name="connsiteY8" fmla="*/ 12700 h 76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25400" h="762000">
                <a:moveTo>
                  <a:pt x="0" y="12700"/>
                </a:moveTo>
                <a:cubicBezTo>
                  <a:pt x="0" y="5686"/>
                  <a:pt x="5686" y="0"/>
                  <a:pt x="12700" y="0"/>
                </a:cubicBezTo>
                <a:lnTo>
                  <a:pt x="12700" y="0"/>
                </a:lnTo>
                <a:cubicBezTo>
                  <a:pt x="19714" y="0"/>
                  <a:pt x="25400" y="5686"/>
                  <a:pt x="25400" y="12700"/>
                </a:cubicBezTo>
                <a:lnTo>
                  <a:pt x="25400" y="749300"/>
                </a:lnTo>
                <a:cubicBezTo>
                  <a:pt x="25400" y="756314"/>
                  <a:pt x="19714" y="762000"/>
                  <a:pt x="12700" y="762000"/>
                </a:cubicBezTo>
                <a:lnTo>
                  <a:pt x="12700" y="762000"/>
                </a:lnTo>
                <a:cubicBezTo>
                  <a:pt x="5686" y="762000"/>
                  <a:pt x="0" y="756314"/>
                  <a:pt x="0" y="749300"/>
                </a:cubicBezTo>
                <a:lnTo>
                  <a:pt x="0" y="12700"/>
                </a:lnTo>
                <a:close/>
              </a:path>
            </a:pathLst>
          </a:custGeom>
          <a:solidFill>
            <a:schemeClr val="accent1">
              <a:alpha val="50000"/>
            </a:schemeClr>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21" name="Text Placeholder 20"/>
          <p:cNvSpPr>
            <a:spLocks noGrp="1"/>
          </p:cNvSpPr>
          <p:nvPr>
            <p:ph type="body" idx="51577089" hasCustomPrompt="1"/>
            <p:custDataLst>
              <p:tags r:id="rId14"/>
            </p:custDataLst>
          </p:nvPr>
        </p:nvSpPr>
        <p:spPr>
          <a:xfrm>
            <a:off x="5080000" y="3810000"/>
            <a:ext cx="2324100" cy="914400"/>
          </a:xfrm>
          <a:noFill/>
        </p:spPr>
        <p:txBody>
          <a:bodyPr lIns="0" tIns="0" rIns="0" bIns="0" anchor="ctr">
            <a:normAutofit/>
          </a:bodyPr>
          <a:lstStyle>
            <a:lvl1pPr marL="0" indent="0" algn="l">
              <a:lnSpc>
                <a:spcPct val="118000"/>
              </a:lnSpc>
              <a:spcBef>
                <a:spcPct val="0"/>
              </a:spcBef>
              <a:spcAft>
                <a:spcPct val="0"/>
              </a:spcAft>
              <a:buNone/>
              <a:defRPr sz="2400" b="0" spc="0">
                <a:solidFill>
                  <a:schemeClr val="tx1"/>
                </a:solidFill>
              </a:defRPr>
            </a:lvl1pPr>
          </a:lstStyle>
          <a:p>
            <a:pPr lvl="0"/>
            <a:r>
              <a:rPr lang="zh-CN" altLang="en-US"/>
              <a:t>Chapter Title</a:t>
            </a:r>
          </a:p>
        </p:txBody>
      </p:sp>
      <p:sp>
        <p:nvSpPr>
          <p:cNvPr id="22" name="Text Placeholder 21"/>
          <p:cNvSpPr>
            <a:spLocks noGrp="1"/>
          </p:cNvSpPr>
          <p:nvPr>
            <p:ph type="body" idx="320080385" hasCustomPrompt="1"/>
            <p:custDataLst>
              <p:tags r:id="rId15"/>
            </p:custDataLst>
          </p:nvPr>
        </p:nvSpPr>
        <p:spPr>
          <a:xfrm>
            <a:off x="7994650" y="3962400"/>
            <a:ext cx="596900" cy="508000"/>
          </a:xfrm>
          <a:noFill/>
        </p:spPr>
        <p:txBody>
          <a:bodyPr wrap="none" lIns="0" tIns="0" rIns="0" bIns="0" anchor="ctr">
            <a:noAutofit/>
          </a:bodyPr>
          <a:lstStyle>
            <a:lvl1pPr marL="0" indent="0" algn="ctr">
              <a:lnSpc>
                <a:spcPct val="109000"/>
              </a:lnSpc>
              <a:spcBef>
                <a:spcPct val="0"/>
              </a:spcBef>
              <a:spcAft>
                <a:spcPct val="0"/>
              </a:spcAft>
              <a:buNone/>
              <a:defRPr sz="4000" b="0" spc="0">
                <a:solidFill>
                  <a:schemeClr val="accent1"/>
                </a:solidFill>
              </a:defRPr>
            </a:lvl1pPr>
          </a:lstStyle>
          <a:p>
            <a:pPr lvl="0"/>
            <a:r>
              <a:rPr lang="zh-CN" altLang="en-US"/>
              <a:t>04</a:t>
            </a:r>
          </a:p>
        </p:txBody>
      </p:sp>
      <p:sp>
        <p:nvSpPr>
          <p:cNvPr id="23" name="装饰  2"/>
          <p:cNvSpPr>
            <a:spLocks noGrp="1"/>
          </p:cNvSpPr>
          <p:nvPr>
            <p:ph type="body" idx="320080130" hasCustomPrompt="1"/>
            <p:custDataLst>
              <p:tags r:id="rId16"/>
            </p:custDataLst>
          </p:nvPr>
        </p:nvSpPr>
        <p:spPr>
          <a:xfrm>
            <a:off x="8775700" y="3886200"/>
            <a:ext cx="25400" cy="762000"/>
          </a:xfrm>
          <a:custGeom>
            <a:avLst/>
            <a:gdLst>
              <a:gd name="connisteX0" fmla="*/ 0 w 25400"/>
              <a:gd name="connsiteY0" fmla="*/ 12700 h 762000"/>
              <a:gd name="connisteX1" fmla="*/ 12700 w 25400"/>
              <a:gd name="connsiteY1" fmla="*/ 0 h 762000"/>
              <a:gd name="connisteX2" fmla="*/ 12700 w 25400"/>
              <a:gd name="connsiteY2" fmla="*/ 0 h 762000"/>
              <a:gd name="connisteX3" fmla="*/ 25400 w 25400"/>
              <a:gd name="connsiteY3" fmla="*/ 12700 h 762000"/>
              <a:gd name="connisteX4" fmla="*/ 25400 w 25400"/>
              <a:gd name="connsiteY4" fmla="*/ 749300 h 762000"/>
              <a:gd name="connisteX5" fmla="*/ 12700 w 25400"/>
              <a:gd name="connsiteY5" fmla="*/ 762000 h 762000"/>
              <a:gd name="connisteX6" fmla="*/ 12700 w 25400"/>
              <a:gd name="connsiteY6" fmla="*/ 762000 h 762000"/>
              <a:gd name="connisteX7" fmla="*/ 0 w 25400"/>
              <a:gd name="connsiteY7" fmla="*/ 749300 h 762000"/>
              <a:gd name="connisteX8" fmla="*/ 0 w 25400"/>
              <a:gd name="connsiteY8" fmla="*/ 12700 h 76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25400" h="762000">
                <a:moveTo>
                  <a:pt x="0" y="12700"/>
                </a:moveTo>
                <a:cubicBezTo>
                  <a:pt x="0" y="5686"/>
                  <a:pt x="5686" y="0"/>
                  <a:pt x="12700" y="0"/>
                </a:cubicBezTo>
                <a:lnTo>
                  <a:pt x="12700" y="0"/>
                </a:lnTo>
                <a:cubicBezTo>
                  <a:pt x="19714" y="0"/>
                  <a:pt x="25400" y="5686"/>
                  <a:pt x="25400" y="12700"/>
                </a:cubicBezTo>
                <a:lnTo>
                  <a:pt x="25400" y="749300"/>
                </a:lnTo>
                <a:cubicBezTo>
                  <a:pt x="25400" y="756314"/>
                  <a:pt x="19714" y="762000"/>
                  <a:pt x="12700" y="762000"/>
                </a:cubicBezTo>
                <a:lnTo>
                  <a:pt x="12700" y="762000"/>
                </a:lnTo>
                <a:cubicBezTo>
                  <a:pt x="5686" y="762000"/>
                  <a:pt x="0" y="756314"/>
                  <a:pt x="0" y="749300"/>
                </a:cubicBezTo>
                <a:lnTo>
                  <a:pt x="0" y="12700"/>
                </a:lnTo>
                <a:close/>
              </a:path>
            </a:pathLst>
          </a:custGeom>
          <a:solidFill>
            <a:schemeClr val="accent1">
              <a:alpha val="50000"/>
            </a:schemeClr>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24" name="Text Placeholder 23"/>
          <p:cNvSpPr>
            <a:spLocks noGrp="1"/>
          </p:cNvSpPr>
          <p:nvPr>
            <p:ph type="body" idx="51642625" hasCustomPrompt="1"/>
            <p:custDataLst>
              <p:tags r:id="rId17"/>
            </p:custDataLst>
          </p:nvPr>
        </p:nvSpPr>
        <p:spPr>
          <a:xfrm>
            <a:off x="9004300" y="3810000"/>
            <a:ext cx="2324100" cy="914400"/>
          </a:xfrm>
          <a:noFill/>
        </p:spPr>
        <p:txBody>
          <a:bodyPr lIns="0" tIns="0" rIns="0" bIns="0" anchor="ctr">
            <a:normAutofit/>
          </a:bodyPr>
          <a:lstStyle>
            <a:lvl1pPr marL="0" indent="0" algn="l">
              <a:lnSpc>
                <a:spcPct val="118000"/>
              </a:lnSpc>
              <a:spcBef>
                <a:spcPct val="0"/>
              </a:spcBef>
              <a:spcAft>
                <a:spcPct val="0"/>
              </a:spcAft>
              <a:buNone/>
              <a:defRPr sz="2400" b="0" spc="0">
                <a:solidFill>
                  <a:schemeClr val="tx1"/>
                </a:solidFill>
              </a:defRPr>
            </a:lvl1pPr>
          </a:lstStyle>
          <a:p>
            <a:pPr lvl="0"/>
            <a:r>
              <a:rPr lang="zh-CN" altLang="en-US"/>
              <a:t>Chapter Title</a:t>
            </a:r>
          </a:p>
        </p:txBody>
      </p:sp>
    </p:spTree>
  </p:cSld>
  <p:clrMapOvr>
    <a:overrideClrMapping bg1="dk1" tx1="lt1" bg2="dk2" tx2="lt2" accent1="accent1" accent2="accent2" accent3="accent3" accent4="accent4" accent5="accent5" accent6="accent6" hlink="hlink" folHlink="folHlink"/>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s_Slide-1-5_6">
    <p:bg>
      <p:bgRef idx="1001">
        <a:schemeClr val="bg2"/>
      </p:bgRef>
    </p:bg>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1"/>
            </p:custDataLst>
          </p:nvPr>
        </p:nvSpPr>
        <p:spPr/>
        <p:txBody>
          <a:bodyPr/>
          <a:lstStyle/>
          <a:p>
            <a:fld id="{760FBDFE-C587-4B4C-A407-44438C67B59E}" type="datetimeFigureOut">
              <a:rPr lang="zh-CN" altLang="en-US" smtClean="0"/>
              <a:t>2026/7/9</a:t>
            </a:fld>
            <a:endParaRPr lang="zh-CN" altLang="en-US"/>
          </a:p>
        </p:txBody>
      </p:sp>
      <p:sp>
        <p:nvSpPr>
          <p:cNvPr id="9" name="页脚占位符 8"/>
          <p:cNvSpPr>
            <a:spLocks noGrp="1"/>
          </p:cNvSpPr>
          <p:nvPr>
            <p:ph type="ftr" sz="quarter" idx="11"/>
            <p:custDataLst>
              <p:tags r:id="rId2"/>
            </p:custDataLst>
          </p:nvPr>
        </p:nvSpPr>
        <p:spPr/>
        <p:txBody>
          <a:bodyPr/>
          <a:lstStyle/>
          <a:p>
            <a:endParaRPr lang="zh-CN" altLang="en-US"/>
          </a:p>
        </p:txBody>
      </p:sp>
      <p:sp>
        <p:nvSpPr>
          <p:cNvPr id="10" name="灯片编号占位符 9"/>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11" name="副标题 10"/>
          <p:cNvSpPr>
            <a:spLocks noGrp="1"/>
          </p:cNvSpPr>
          <p:nvPr>
            <p:ph type="subTitle" idx="16386" hasCustomPrompt="1"/>
            <p:custDataLst>
              <p:tags r:id="rId4"/>
            </p:custDataLst>
          </p:nvPr>
        </p:nvSpPr>
        <p:spPr>
          <a:xfrm>
            <a:off x="761471" y="2667000"/>
            <a:ext cx="2363258" cy="457200"/>
          </a:xfrm>
          <a:noFill/>
        </p:spPr>
        <p:txBody>
          <a:bodyPr lIns="0" tIns="0" rIns="0" bIns="0" anchor="t">
            <a:normAutofit/>
          </a:bodyPr>
          <a:lstStyle>
            <a:lvl1pPr marL="0" indent="0" algn="ctr">
              <a:lnSpc>
                <a:spcPct val="125000"/>
              </a:lnSpc>
              <a:spcBef>
                <a:spcPct val="0"/>
              </a:spcBef>
              <a:spcAft>
                <a:spcPct val="0"/>
              </a:spcAft>
              <a:buNone/>
              <a:defRPr sz="2400" b="0" spc="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t>catalog</a:t>
            </a:r>
          </a:p>
        </p:txBody>
      </p:sp>
      <p:sp>
        <p:nvSpPr>
          <p:cNvPr id="12" name="标题 11"/>
          <p:cNvSpPr>
            <a:spLocks noGrp="1"/>
          </p:cNvSpPr>
          <p:nvPr>
            <p:ph type="ctrTitle" idx="16385" hasCustomPrompt="1"/>
            <p:custDataLst>
              <p:tags r:id="rId5"/>
            </p:custDataLst>
          </p:nvPr>
        </p:nvSpPr>
        <p:spPr>
          <a:xfrm>
            <a:off x="760942" y="3175000"/>
            <a:ext cx="2364317" cy="762000"/>
          </a:xfrm>
          <a:noFill/>
        </p:spPr>
        <p:txBody>
          <a:bodyPr lIns="0" tIns="0" rIns="0" bIns="0" anchor="t">
            <a:normAutofit/>
          </a:bodyPr>
          <a:lstStyle>
            <a:lvl1pPr marL="0" indent="0" algn="ctr">
              <a:lnSpc>
                <a:spcPct val="104000"/>
              </a:lnSpc>
              <a:spcBef>
                <a:spcPct val="0"/>
              </a:spcBef>
              <a:spcAft>
                <a:spcPct val="0"/>
              </a:spcAft>
              <a:buNone/>
              <a:defRPr sz="4000" b="1" spc="0">
                <a:solidFill>
                  <a:schemeClr val="tx1"/>
                </a:solidFill>
              </a:defRPr>
            </a:lvl1pPr>
          </a:lstStyle>
          <a:p>
            <a:pPr lvl="0"/>
            <a:r>
              <a:rPr lang="zh-CN" altLang="en-US"/>
              <a:t>Contents</a:t>
            </a:r>
          </a:p>
        </p:txBody>
      </p:sp>
      <p:sp>
        <p:nvSpPr>
          <p:cNvPr id="13" name="文本占位符 12"/>
          <p:cNvSpPr>
            <a:spLocks noGrp="1"/>
          </p:cNvSpPr>
          <p:nvPr>
            <p:ph type="body" idx="16388" hasCustomPrompt="1"/>
            <p:custDataLst>
              <p:tags r:id="rId6"/>
            </p:custDataLst>
          </p:nvPr>
        </p:nvSpPr>
        <p:spPr>
          <a:xfrm>
            <a:off x="4070350" y="1447800"/>
            <a:ext cx="596900" cy="508000"/>
          </a:xfrm>
          <a:noFill/>
        </p:spPr>
        <p:txBody>
          <a:bodyPr wrap="none" lIns="0" tIns="0" rIns="0" bIns="0" anchor="ctr">
            <a:noAutofit/>
          </a:bodyPr>
          <a:lstStyle>
            <a:lvl1pPr marL="0" indent="0" algn="ctr">
              <a:lnSpc>
                <a:spcPct val="109000"/>
              </a:lnSpc>
              <a:spcBef>
                <a:spcPct val="0"/>
              </a:spcBef>
              <a:spcAft>
                <a:spcPct val="0"/>
              </a:spcAft>
              <a:buNone/>
              <a:defRPr sz="4000" b="0" spc="0">
                <a:solidFill>
                  <a:schemeClr val="accent1"/>
                </a:solidFill>
              </a:defRPr>
            </a:lvl1pPr>
          </a:lstStyle>
          <a:p>
            <a:pPr lvl="0"/>
            <a:r>
              <a:rPr lang="zh-CN" altLang="en-US"/>
              <a:t>01</a:t>
            </a:r>
          </a:p>
        </p:txBody>
      </p:sp>
      <p:sp>
        <p:nvSpPr>
          <p:cNvPr id="14" name="装饰  3"/>
          <p:cNvSpPr>
            <a:spLocks noGrp="1"/>
          </p:cNvSpPr>
          <p:nvPr>
            <p:ph type="body" idx="16399" hasCustomPrompt="1"/>
            <p:custDataLst>
              <p:tags r:id="rId7"/>
            </p:custDataLst>
          </p:nvPr>
        </p:nvSpPr>
        <p:spPr>
          <a:xfrm>
            <a:off x="4851400" y="1371600"/>
            <a:ext cx="25400" cy="762000"/>
          </a:xfrm>
          <a:custGeom>
            <a:avLst/>
            <a:gdLst>
              <a:gd name="connisteX0" fmla="*/ 0 w 25400"/>
              <a:gd name="connsiteY0" fmla="*/ 12700 h 762000"/>
              <a:gd name="connisteX1" fmla="*/ 12700 w 25400"/>
              <a:gd name="connsiteY1" fmla="*/ 0 h 762000"/>
              <a:gd name="connisteX2" fmla="*/ 12700 w 25400"/>
              <a:gd name="connsiteY2" fmla="*/ 0 h 762000"/>
              <a:gd name="connisteX3" fmla="*/ 25400 w 25400"/>
              <a:gd name="connsiteY3" fmla="*/ 12700 h 762000"/>
              <a:gd name="connisteX4" fmla="*/ 25400 w 25400"/>
              <a:gd name="connsiteY4" fmla="*/ 749300 h 762000"/>
              <a:gd name="connisteX5" fmla="*/ 12700 w 25400"/>
              <a:gd name="connsiteY5" fmla="*/ 762000 h 762000"/>
              <a:gd name="connisteX6" fmla="*/ 12700 w 25400"/>
              <a:gd name="connsiteY6" fmla="*/ 762000 h 762000"/>
              <a:gd name="connisteX7" fmla="*/ 0 w 25400"/>
              <a:gd name="connsiteY7" fmla="*/ 749300 h 762000"/>
              <a:gd name="connisteX8" fmla="*/ 0 w 25400"/>
              <a:gd name="connsiteY8" fmla="*/ 12700 h 76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25400" h="762000">
                <a:moveTo>
                  <a:pt x="0" y="12700"/>
                </a:moveTo>
                <a:cubicBezTo>
                  <a:pt x="0" y="5686"/>
                  <a:pt x="5686" y="0"/>
                  <a:pt x="12700" y="0"/>
                </a:cubicBezTo>
                <a:lnTo>
                  <a:pt x="12700" y="0"/>
                </a:lnTo>
                <a:cubicBezTo>
                  <a:pt x="19714" y="0"/>
                  <a:pt x="25400" y="5686"/>
                  <a:pt x="25400" y="12700"/>
                </a:cubicBezTo>
                <a:lnTo>
                  <a:pt x="25400" y="749300"/>
                </a:lnTo>
                <a:cubicBezTo>
                  <a:pt x="25400" y="756314"/>
                  <a:pt x="19714" y="762000"/>
                  <a:pt x="12700" y="762000"/>
                </a:cubicBezTo>
                <a:lnTo>
                  <a:pt x="12700" y="762000"/>
                </a:lnTo>
                <a:cubicBezTo>
                  <a:pt x="5686" y="762000"/>
                  <a:pt x="0" y="756314"/>
                  <a:pt x="0" y="749300"/>
                </a:cubicBezTo>
                <a:lnTo>
                  <a:pt x="0" y="12700"/>
                </a:lnTo>
                <a:close/>
              </a:path>
            </a:pathLst>
          </a:custGeom>
          <a:solidFill>
            <a:schemeClr val="accent1">
              <a:alpha val="50000"/>
            </a:schemeClr>
          </a:solidFill>
          <a:ln>
            <a:solidFill>
              <a:prstClr val="black">
                <a:alpha val="0"/>
              </a:prstClr>
            </a:solidFill>
            <a:prstDash val="solid"/>
          </a:ln>
        </p:spPr>
        <p:txBody>
          <a:bodyPr>
            <a:noAutofit/>
          </a:bodyPr>
          <a:lstStyle>
            <a:lvl1pPr marL="0" indent="0">
              <a:buNone/>
              <a:defRPr/>
            </a:lvl1pPr>
            <a:lvl2pPr>
              <a:buNone/>
              <a:defRPr/>
            </a:lvl2pPr>
            <a:lvl3pPr>
              <a:buNone/>
              <a:defRPr/>
            </a:lvl3pPr>
            <a:lvl4pPr>
              <a:buNone/>
              <a:defRPr/>
            </a:lvl4pPr>
            <a:lvl5pPr>
              <a:buNone/>
              <a:defRPr/>
            </a:lvl5pPr>
          </a:lstStyle>
          <a:p>
            <a:pPr lvl="0"/>
            <a:r>
              <a:rPr lang="zh-CN" altLang="en-US"/>
              <a:t> </a:t>
            </a:r>
          </a:p>
        </p:txBody>
      </p:sp>
      <p:sp>
        <p:nvSpPr>
          <p:cNvPr id="15" name="文本占位符 14"/>
          <p:cNvSpPr>
            <a:spLocks noGrp="1"/>
          </p:cNvSpPr>
          <p:nvPr>
            <p:ph type="body" idx="16387" hasCustomPrompt="1"/>
            <p:custDataLst>
              <p:tags r:id="rId8"/>
            </p:custDataLst>
          </p:nvPr>
        </p:nvSpPr>
        <p:spPr>
          <a:xfrm>
            <a:off x="5080000" y="1295400"/>
            <a:ext cx="2324100" cy="914400"/>
          </a:xfrm>
          <a:noFill/>
        </p:spPr>
        <p:txBody>
          <a:bodyPr lIns="0" tIns="0" rIns="0" bIns="0" anchor="ctr">
            <a:normAutofit/>
          </a:bodyPr>
          <a:lstStyle>
            <a:lvl1pPr marL="0" indent="0" algn="l">
              <a:lnSpc>
                <a:spcPct val="118000"/>
              </a:lnSpc>
              <a:spcBef>
                <a:spcPct val="0"/>
              </a:spcBef>
              <a:spcAft>
                <a:spcPct val="0"/>
              </a:spcAft>
              <a:buNone/>
              <a:defRPr sz="2400" b="0" spc="0">
                <a:solidFill>
                  <a:schemeClr val="tx1"/>
                </a:solidFill>
              </a:defRPr>
            </a:lvl1pPr>
          </a:lstStyle>
          <a:p>
            <a:pPr lvl="0"/>
            <a:r>
              <a:rPr lang="zh-CN" altLang="en-US"/>
              <a:t>Item title</a:t>
            </a:r>
          </a:p>
        </p:txBody>
      </p:sp>
      <p:sp>
        <p:nvSpPr>
          <p:cNvPr id="16" name="文本占位符 15"/>
          <p:cNvSpPr>
            <a:spLocks noGrp="1"/>
          </p:cNvSpPr>
          <p:nvPr>
            <p:ph type="body" idx="16390" hasCustomPrompt="1"/>
            <p:custDataLst>
              <p:tags r:id="rId9"/>
            </p:custDataLst>
          </p:nvPr>
        </p:nvSpPr>
        <p:spPr>
          <a:xfrm>
            <a:off x="7994650" y="1447800"/>
            <a:ext cx="596900" cy="508000"/>
          </a:xfrm>
          <a:noFill/>
        </p:spPr>
        <p:txBody>
          <a:bodyPr wrap="none" lIns="0" tIns="0" rIns="0" bIns="0" anchor="ctr">
            <a:noAutofit/>
          </a:bodyPr>
          <a:lstStyle>
            <a:lvl1pPr marL="0" indent="0" algn="ctr">
              <a:lnSpc>
                <a:spcPct val="109000"/>
              </a:lnSpc>
              <a:spcBef>
                <a:spcPct val="0"/>
              </a:spcBef>
              <a:spcAft>
                <a:spcPct val="0"/>
              </a:spcAft>
              <a:buNone/>
              <a:defRPr sz="4000" b="0" spc="0">
                <a:solidFill>
                  <a:schemeClr val="accent1"/>
                </a:solidFill>
              </a:defRPr>
            </a:lvl1pPr>
          </a:lstStyle>
          <a:p>
            <a:pPr lvl="0"/>
            <a:r>
              <a:rPr lang="zh-CN" altLang="en-US"/>
              <a:t>02</a:t>
            </a:r>
          </a:p>
        </p:txBody>
      </p:sp>
      <p:sp>
        <p:nvSpPr>
          <p:cNvPr id="17" name="装饰  6"/>
          <p:cNvSpPr>
            <a:spLocks noGrp="1"/>
          </p:cNvSpPr>
          <p:nvPr>
            <p:ph type="body" idx="16400" hasCustomPrompt="1"/>
            <p:custDataLst>
              <p:tags r:id="rId10"/>
            </p:custDataLst>
          </p:nvPr>
        </p:nvSpPr>
        <p:spPr>
          <a:xfrm>
            <a:off x="8775700" y="1371600"/>
            <a:ext cx="25400" cy="762000"/>
          </a:xfrm>
          <a:custGeom>
            <a:avLst/>
            <a:gdLst>
              <a:gd name="connisteX0" fmla="*/ 0 w 25400"/>
              <a:gd name="connsiteY0" fmla="*/ 12700 h 762000"/>
              <a:gd name="connisteX1" fmla="*/ 12700 w 25400"/>
              <a:gd name="connsiteY1" fmla="*/ 0 h 762000"/>
              <a:gd name="connisteX2" fmla="*/ 12700 w 25400"/>
              <a:gd name="connsiteY2" fmla="*/ 0 h 762000"/>
              <a:gd name="connisteX3" fmla="*/ 25400 w 25400"/>
              <a:gd name="connsiteY3" fmla="*/ 12700 h 762000"/>
              <a:gd name="connisteX4" fmla="*/ 25400 w 25400"/>
              <a:gd name="connsiteY4" fmla="*/ 749300 h 762000"/>
              <a:gd name="connisteX5" fmla="*/ 12700 w 25400"/>
              <a:gd name="connsiteY5" fmla="*/ 762000 h 762000"/>
              <a:gd name="connisteX6" fmla="*/ 12700 w 25400"/>
              <a:gd name="connsiteY6" fmla="*/ 762000 h 762000"/>
              <a:gd name="connisteX7" fmla="*/ 0 w 25400"/>
              <a:gd name="connsiteY7" fmla="*/ 749300 h 762000"/>
              <a:gd name="connisteX8" fmla="*/ 0 w 25400"/>
              <a:gd name="connsiteY8" fmla="*/ 12700 h 76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25400" h="762000">
                <a:moveTo>
                  <a:pt x="0" y="12700"/>
                </a:moveTo>
                <a:cubicBezTo>
                  <a:pt x="0" y="5686"/>
                  <a:pt x="5686" y="0"/>
                  <a:pt x="12700" y="0"/>
                </a:cubicBezTo>
                <a:lnTo>
                  <a:pt x="12700" y="0"/>
                </a:lnTo>
                <a:cubicBezTo>
                  <a:pt x="19714" y="0"/>
                  <a:pt x="25400" y="5686"/>
                  <a:pt x="25400" y="12700"/>
                </a:cubicBezTo>
                <a:lnTo>
                  <a:pt x="25400" y="749300"/>
                </a:lnTo>
                <a:cubicBezTo>
                  <a:pt x="25400" y="756314"/>
                  <a:pt x="19714" y="762000"/>
                  <a:pt x="12700" y="762000"/>
                </a:cubicBezTo>
                <a:lnTo>
                  <a:pt x="12700" y="762000"/>
                </a:lnTo>
                <a:cubicBezTo>
                  <a:pt x="5686" y="762000"/>
                  <a:pt x="0" y="756314"/>
                  <a:pt x="0" y="749300"/>
                </a:cubicBezTo>
                <a:lnTo>
                  <a:pt x="0" y="12700"/>
                </a:lnTo>
                <a:close/>
              </a:path>
            </a:pathLst>
          </a:custGeom>
          <a:solidFill>
            <a:schemeClr val="accent1">
              <a:alpha val="50000"/>
            </a:schemeClr>
          </a:solidFill>
          <a:ln>
            <a:solidFill>
              <a:prstClr val="black">
                <a:alpha val="0"/>
              </a:prstClr>
            </a:solidFill>
            <a:prstDash val="solid"/>
          </a:ln>
        </p:spPr>
        <p:txBody>
          <a:bodyPr>
            <a:noAutofit/>
          </a:bodyPr>
          <a:lstStyle>
            <a:lvl1pPr marL="0" indent="0">
              <a:buNone/>
              <a:defRPr/>
            </a:lvl1pPr>
            <a:lvl2pPr>
              <a:buNone/>
              <a:defRPr/>
            </a:lvl2pPr>
            <a:lvl3pPr>
              <a:buNone/>
              <a:defRPr/>
            </a:lvl3pPr>
            <a:lvl4pPr>
              <a:buNone/>
              <a:defRPr/>
            </a:lvl4pPr>
            <a:lvl5pPr>
              <a:buNone/>
              <a:defRPr/>
            </a:lvl5pPr>
          </a:lstStyle>
          <a:p>
            <a:pPr lvl="0"/>
            <a:r>
              <a:rPr lang="zh-CN" altLang="en-US"/>
              <a:t> </a:t>
            </a:r>
          </a:p>
        </p:txBody>
      </p:sp>
      <p:sp>
        <p:nvSpPr>
          <p:cNvPr id="18" name="文本占位符 17"/>
          <p:cNvSpPr>
            <a:spLocks noGrp="1"/>
          </p:cNvSpPr>
          <p:nvPr>
            <p:ph type="body" idx="16389" hasCustomPrompt="1"/>
            <p:custDataLst>
              <p:tags r:id="rId11"/>
            </p:custDataLst>
          </p:nvPr>
        </p:nvSpPr>
        <p:spPr>
          <a:xfrm>
            <a:off x="9004300" y="1295400"/>
            <a:ext cx="2324100" cy="914400"/>
          </a:xfrm>
          <a:noFill/>
        </p:spPr>
        <p:txBody>
          <a:bodyPr lIns="0" tIns="0" rIns="0" bIns="0" anchor="ctr">
            <a:normAutofit/>
          </a:bodyPr>
          <a:lstStyle>
            <a:lvl1pPr marL="0" indent="0" algn="l">
              <a:lnSpc>
                <a:spcPct val="118000"/>
              </a:lnSpc>
              <a:spcBef>
                <a:spcPct val="0"/>
              </a:spcBef>
              <a:spcAft>
                <a:spcPct val="0"/>
              </a:spcAft>
              <a:buNone/>
              <a:defRPr sz="2400" b="0" spc="0">
                <a:solidFill>
                  <a:schemeClr val="tx1"/>
                </a:solidFill>
              </a:defRPr>
            </a:lvl1pPr>
          </a:lstStyle>
          <a:p>
            <a:pPr lvl="0"/>
            <a:r>
              <a:rPr lang="zh-CN" altLang="en-US"/>
              <a:t>Item title</a:t>
            </a:r>
          </a:p>
        </p:txBody>
      </p:sp>
      <p:sp>
        <p:nvSpPr>
          <p:cNvPr id="19" name="文本占位符 18"/>
          <p:cNvSpPr>
            <a:spLocks noGrp="1"/>
          </p:cNvSpPr>
          <p:nvPr>
            <p:ph type="body" idx="16392" hasCustomPrompt="1"/>
            <p:custDataLst>
              <p:tags r:id="rId12"/>
            </p:custDataLst>
          </p:nvPr>
        </p:nvSpPr>
        <p:spPr>
          <a:xfrm>
            <a:off x="4070350" y="3124200"/>
            <a:ext cx="596900" cy="508000"/>
          </a:xfrm>
          <a:noFill/>
        </p:spPr>
        <p:txBody>
          <a:bodyPr wrap="none" lIns="0" tIns="0" rIns="0" bIns="0" anchor="ctr">
            <a:noAutofit/>
          </a:bodyPr>
          <a:lstStyle>
            <a:lvl1pPr marL="0" indent="0" algn="ctr">
              <a:lnSpc>
                <a:spcPct val="109000"/>
              </a:lnSpc>
              <a:spcBef>
                <a:spcPct val="0"/>
              </a:spcBef>
              <a:spcAft>
                <a:spcPct val="0"/>
              </a:spcAft>
              <a:buNone/>
              <a:defRPr sz="4000" b="0" spc="0">
                <a:solidFill>
                  <a:schemeClr val="accent1"/>
                </a:solidFill>
              </a:defRPr>
            </a:lvl1pPr>
          </a:lstStyle>
          <a:p>
            <a:pPr lvl="0"/>
            <a:r>
              <a:rPr lang="zh-CN" altLang="en-US"/>
              <a:t>03</a:t>
            </a:r>
          </a:p>
        </p:txBody>
      </p:sp>
      <p:sp>
        <p:nvSpPr>
          <p:cNvPr id="20" name="装饰  9"/>
          <p:cNvSpPr>
            <a:spLocks noGrp="1"/>
          </p:cNvSpPr>
          <p:nvPr>
            <p:ph type="body" idx="16401" hasCustomPrompt="1"/>
            <p:custDataLst>
              <p:tags r:id="rId13"/>
            </p:custDataLst>
          </p:nvPr>
        </p:nvSpPr>
        <p:spPr>
          <a:xfrm>
            <a:off x="4851400" y="3048000"/>
            <a:ext cx="25400" cy="762000"/>
          </a:xfrm>
          <a:custGeom>
            <a:avLst/>
            <a:gdLst>
              <a:gd name="connisteX0" fmla="*/ 0 w 25400"/>
              <a:gd name="connsiteY0" fmla="*/ 12700 h 762000"/>
              <a:gd name="connisteX1" fmla="*/ 12700 w 25400"/>
              <a:gd name="connsiteY1" fmla="*/ 0 h 762000"/>
              <a:gd name="connisteX2" fmla="*/ 12700 w 25400"/>
              <a:gd name="connsiteY2" fmla="*/ 0 h 762000"/>
              <a:gd name="connisteX3" fmla="*/ 25400 w 25400"/>
              <a:gd name="connsiteY3" fmla="*/ 12700 h 762000"/>
              <a:gd name="connisteX4" fmla="*/ 25400 w 25400"/>
              <a:gd name="connsiteY4" fmla="*/ 749300 h 762000"/>
              <a:gd name="connisteX5" fmla="*/ 12700 w 25400"/>
              <a:gd name="connsiteY5" fmla="*/ 762000 h 762000"/>
              <a:gd name="connisteX6" fmla="*/ 12700 w 25400"/>
              <a:gd name="connsiteY6" fmla="*/ 762000 h 762000"/>
              <a:gd name="connisteX7" fmla="*/ 0 w 25400"/>
              <a:gd name="connsiteY7" fmla="*/ 749300 h 762000"/>
              <a:gd name="connisteX8" fmla="*/ 0 w 25400"/>
              <a:gd name="connsiteY8" fmla="*/ 12700 h 76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25400" h="762000">
                <a:moveTo>
                  <a:pt x="0" y="12700"/>
                </a:moveTo>
                <a:cubicBezTo>
                  <a:pt x="0" y="5686"/>
                  <a:pt x="5686" y="0"/>
                  <a:pt x="12700" y="0"/>
                </a:cubicBezTo>
                <a:lnTo>
                  <a:pt x="12700" y="0"/>
                </a:lnTo>
                <a:cubicBezTo>
                  <a:pt x="19714" y="0"/>
                  <a:pt x="25400" y="5686"/>
                  <a:pt x="25400" y="12700"/>
                </a:cubicBezTo>
                <a:lnTo>
                  <a:pt x="25400" y="749300"/>
                </a:lnTo>
                <a:cubicBezTo>
                  <a:pt x="25400" y="756314"/>
                  <a:pt x="19714" y="762000"/>
                  <a:pt x="12700" y="762000"/>
                </a:cubicBezTo>
                <a:lnTo>
                  <a:pt x="12700" y="762000"/>
                </a:lnTo>
                <a:cubicBezTo>
                  <a:pt x="5686" y="762000"/>
                  <a:pt x="0" y="756314"/>
                  <a:pt x="0" y="749300"/>
                </a:cubicBezTo>
                <a:lnTo>
                  <a:pt x="0" y="12700"/>
                </a:lnTo>
                <a:close/>
              </a:path>
            </a:pathLst>
          </a:custGeom>
          <a:solidFill>
            <a:schemeClr val="accent1">
              <a:alpha val="50000"/>
            </a:schemeClr>
          </a:solidFill>
          <a:ln>
            <a:solidFill>
              <a:prstClr val="black">
                <a:alpha val="0"/>
              </a:prstClr>
            </a:solidFill>
            <a:prstDash val="solid"/>
          </a:ln>
        </p:spPr>
        <p:txBody>
          <a:bodyPr>
            <a:noAutofit/>
          </a:bodyPr>
          <a:lstStyle>
            <a:lvl1pPr marL="0" indent="0">
              <a:buNone/>
              <a:defRPr/>
            </a:lvl1pPr>
            <a:lvl2pPr>
              <a:buNone/>
              <a:defRPr/>
            </a:lvl2pPr>
            <a:lvl3pPr>
              <a:buNone/>
              <a:defRPr/>
            </a:lvl3pPr>
            <a:lvl4pPr>
              <a:buNone/>
              <a:defRPr/>
            </a:lvl4pPr>
            <a:lvl5pPr>
              <a:buNone/>
              <a:defRPr/>
            </a:lvl5pPr>
          </a:lstStyle>
          <a:p>
            <a:pPr lvl="0"/>
            <a:r>
              <a:rPr lang="zh-CN" altLang="en-US"/>
              <a:t> </a:t>
            </a:r>
          </a:p>
        </p:txBody>
      </p:sp>
      <p:sp>
        <p:nvSpPr>
          <p:cNvPr id="21" name="文本占位符 20"/>
          <p:cNvSpPr>
            <a:spLocks noGrp="1"/>
          </p:cNvSpPr>
          <p:nvPr>
            <p:ph type="body" idx="16391" hasCustomPrompt="1"/>
            <p:custDataLst>
              <p:tags r:id="rId14"/>
            </p:custDataLst>
          </p:nvPr>
        </p:nvSpPr>
        <p:spPr>
          <a:xfrm>
            <a:off x="5080000" y="2971800"/>
            <a:ext cx="2324100" cy="914400"/>
          </a:xfrm>
          <a:noFill/>
        </p:spPr>
        <p:txBody>
          <a:bodyPr lIns="0" tIns="0" rIns="0" bIns="0" anchor="ctr">
            <a:normAutofit/>
          </a:bodyPr>
          <a:lstStyle>
            <a:lvl1pPr marL="0" indent="0" algn="l">
              <a:lnSpc>
                <a:spcPct val="118000"/>
              </a:lnSpc>
              <a:spcBef>
                <a:spcPct val="0"/>
              </a:spcBef>
              <a:spcAft>
                <a:spcPct val="0"/>
              </a:spcAft>
              <a:buNone/>
              <a:defRPr sz="2400" b="0" spc="0">
                <a:solidFill>
                  <a:schemeClr val="tx1"/>
                </a:solidFill>
              </a:defRPr>
            </a:lvl1pPr>
          </a:lstStyle>
          <a:p>
            <a:pPr lvl="0"/>
            <a:r>
              <a:rPr lang="zh-CN" altLang="en-US"/>
              <a:t>Item title</a:t>
            </a:r>
          </a:p>
        </p:txBody>
      </p:sp>
      <p:sp>
        <p:nvSpPr>
          <p:cNvPr id="22" name="文本占位符 21"/>
          <p:cNvSpPr>
            <a:spLocks noGrp="1"/>
          </p:cNvSpPr>
          <p:nvPr>
            <p:ph type="body" idx="16394" hasCustomPrompt="1"/>
            <p:custDataLst>
              <p:tags r:id="rId15"/>
            </p:custDataLst>
          </p:nvPr>
        </p:nvSpPr>
        <p:spPr>
          <a:xfrm>
            <a:off x="7994650" y="3124200"/>
            <a:ext cx="596900" cy="508000"/>
          </a:xfrm>
          <a:noFill/>
        </p:spPr>
        <p:txBody>
          <a:bodyPr wrap="none" lIns="0" tIns="0" rIns="0" bIns="0" anchor="ctr">
            <a:noAutofit/>
          </a:bodyPr>
          <a:lstStyle>
            <a:lvl1pPr marL="0" indent="0" algn="ctr">
              <a:lnSpc>
                <a:spcPct val="109000"/>
              </a:lnSpc>
              <a:spcBef>
                <a:spcPct val="0"/>
              </a:spcBef>
              <a:spcAft>
                <a:spcPct val="0"/>
              </a:spcAft>
              <a:buNone/>
              <a:defRPr sz="4000" b="0" spc="0">
                <a:solidFill>
                  <a:schemeClr val="accent1"/>
                </a:solidFill>
              </a:defRPr>
            </a:lvl1pPr>
          </a:lstStyle>
          <a:p>
            <a:pPr lvl="0"/>
            <a:r>
              <a:rPr lang="zh-CN" altLang="en-US"/>
              <a:t>04</a:t>
            </a:r>
          </a:p>
        </p:txBody>
      </p:sp>
      <p:sp>
        <p:nvSpPr>
          <p:cNvPr id="23" name="装饰  2"/>
          <p:cNvSpPr>
            <a:spLocks noGrp="1"/>
          </p:cNvSpPr>
          <p:nvPr>
            <p:ph type="body" idx="16402" hasCustomPrompt="1"/>
            <p:custDataLst>
              <p:tags r:id="rId16"/>
            </p:custDataLst>
          </p:nvPr>
        </p:nvSpPr>
        <p:spPr>
          <a:xfrm>
            <a:off x="8775700" y="3048000"/>
            <a:ext cx="25400" cy="762000"/>
          </a:xfrm>
          <a:custGeom>
            <a:avLst/>
            <a:gdLst>
              <a:gd name="connisteX0" fmla="*/ 0 w 25400"/>
              <a:gd name="connsiteY0" fmla="*/ 12700 h 762000"/>
              <a:gd name="connisteX1" fmla="*/ 12700 w 25400"/>
              <a:gd name="connsiteY1" fmla="*/ 0 h 762000"/>
              <a:gd name="connisteX2" fmla="*/ 12700 w 25400"/>
              <a:gd name="connsiteY2" fmla="*/ 0 h 762000"/>
              <a:gd name="connisteX3" fmla="*/ 25400 w 25400"/>
              <a:gd name="connsiteY3" fmla="*/ 12700 h 762000"/>
              <a:gd name="connisteX4" fmla="*/ 25400 w 25400"/>
              <a:gd name="connsiteY4" fmla="*/ 749300 h 762000"/>
              <a:gd name="connisteX5" fmla="*/ 12700 w 25400"/>
              <a:gd name="connsiteY5" fmla="*/ 762000 h 762000"/>
              <a:gd name="connisteX6" fmla="*/ 12700 w 25400"/>
              <a:gd name="connsiteY6" fmla="*/ 762000 h 762000"/>
              <a:gd name="connisteX7" fmla="*/ 0 w 25400"/>
              <a:gd name="connsiteY7" fmla="*/ 749300 h 762000"/>
              <a:gd name="connisteX8" fmla="*/ 0 w 25400"/>
              <a:gd name="connsiteY8" fmla="*/ 12700 h 76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25400" h="762000">
                <a:moveTo>
                  <a:pt x="0" y="12700"/>
                </a:moveTo>
                <a:cubicBezTo>
                  <a:pt x="0" y="5686"/>
                  <a:pt x="5686" y="0"/>
                  <a:pt x="12700" y="0"/>
                </a:cubicBezTo>
                <a:lnTo>
                  <a:pt x="12700" y="0"/>
                </a:lnTo>
                <a:cubicBezTo>
                  <a:pt x="19714" y="0"/>
                  <a:pt x="25400" y="5686"/>
                  <a:pt x="25400" y="12700"/>
                </a:cubicBezTo>
                <a:lnTo>
                  <a:pt x="25400" y="749300"/>
                </a:lnTo>
                <a:cubicBezTo>
                  <a:pt x="25400" y="756314"/>
                  <a:pt x="19714" y="762000"/>
                  <a:pt x="12700" y="762000"/>
                </a:cubicBezTo>
                <a:lnTo>
                  <a:pt x="12700" y="762000"/>
                </a:lnTo>
                <a:cubicBezTo>
                  <a:pt x="5686" y="762000"/>
                  <a:pt x="0" y="756314"/>
                  <a:pt x="0" y="749300"/>
                </a:cubicBezTo>
                <a:lnTo>
                  <a:pt x="0" y="12700"/>
                </a:lnTo>
                <a:close/>
              </a:path>
            </a:pathLst>
          </a:custGeom>
          <a:solidFill>
            <a:schemeClr val="accent1">
              <a:alpha val="50000"/>
            </a:schemeClr>
          </a:solidFill>
          <a:ln>
            <a:solidFill>
              <a:prstClr val="black">
                <a:alpha val="0"/>
              </a:prstClr>
            </a:solidFill>
            <a:prstDash val="solid"/>
          </a:ln>
        </p:spPr>
        <p:txBody>
          <a:bodyPr>
            <a:noAutofit/>
          </a:bodyPr>
          <a:lstStyle>
            <a:lvl1pPr marL="0" indent="0">
              <a:buNone/>
              <a:defRPr/>
            </a:lvl1pPr>
            <a:lvl2pPr>
              <a:buNone/>
              <a:defRPr/>
            </a:lvl2pPr>
            <a:lvl3pPr>
              <a:buNone/>
              <a:defRPr/>
            </a:lvl3pPr>
            <a:lvl4pPr>
              <a:buNone/>
              <a:defRPr/>
            </a:lvl4pPr>
            <a:lvl5pPr>
              <a:buNone/>
              <a:defRPr/>
            </a:lvl5pPr>
          </a:lstStyle>
          <a:p>
            <a:pPr lvl="0"/>
            <a:r>
              <a:rPr lang="zh-CN" altLang="en-US"/>
              <a:t> </a:t>
            </a:r>
          </a:p>
        </p:txBody>
      </p:sp>
      <p:sp>
        <p:nvSpPr>
          <p:cNvPr id="24" name="文本占位符 23"/>
          <p:cNvSpPr>
            <a:spLocks noGrp="1"/>
          </p:cNvSpPr>
          <p:nvPr>
            <p:ph type="body" idx="16393" hasCustomPrompt="1"/>
            <p:custDataLst>
              <p:tags r:id="rId17"/>
            </p:custDataLst>
          </p:nvPr>
        </p:nvSpPr>
        <p:spPr>
          <a:xfrm>
            <a:off x="9004300" y="2971800"/>
            <a:ext cx="2324100" cy="914400"/>
          </a:xfrm>
          <a:noFill/>
        </p:spPr>
        <p:txBody>
          <a:bodyPr lIns="0" tIns="0" rIns="0" bIns="0" anchor="ctr">
            <a:normAutofit/>
          </a:bodyPr>
          <a:lstStyle>
            <a:lvl1pPr marL="0" indent="0" algn="l">
              <a:lnSpc>
                <a:spcPct val="118000"/>
              </a:lnSpc>
              <a:spcBef>
                <a:spcPct val="0"/>
              </a:spcBef>
              <a:spcAft>
                <a:spcPct val="0"/>
              </a:spcAft>
              <a:buNone/>
              <a:defRPr sz="2400" b="0" spc="0">
                <a:solidFill>
                  <a:schemeClr val="tx1"/>
                </a:solidFill>
              </a:defRPr>
            </a:lvl1pPr>
          </a:lstStyle>
          <a:p>
            <a:pPr lvl="0"/>
            <a:r>
              <a:rPr lang="zh-CN" altLang="en-US"/>
              <a:t>Item title</a:t>
            </a:r>
          </a:p>
        </p:txBody>
      </p:sp>
      <p:sp>
        <p:nvSpPr>
          <p:cNvPr id="25" name="文本占位符 24"/>
          <p:cNvSpPr>
            <a:spLocks noGrp="1"/>
          </p:cNvSpPr>
          <p:nvPr>
            <p:ph type="body" idx="16396" hasCustomPrompt="1"/>
            <p:custDataLst>
              <p:tags r:id="rId18"/>
            </p:custDataLst>
          </p:nvPr>
        </p:nvSpPr>
        <p:spPr>
          <a:xfrm>
            <a:off x="4070350" y="4800600"/>
            <a:ext cx="596900" cy="508000"/>
          </a:xfrm>
          <a:noFill/>
        </p:spPr>
        <p:txBody>
          <a:bodyPr wrap="none" lIns="0" tIns="0" rIns="0" bIns="0" anchor="ctr">
            <a:noAutofit/>
          </a:bodyPr>
          <a:lstStyle>
            <a:lvl1pPr marL="0" indent="0" algn="ctr">
              <a:lnSpc>
                <a:spcPct val="109000"/>
              </a:lnSpc>
              <a:spcBef>
                <a:spcPct val="0"/>
              </a:spcBef>
              <a:spcAft>
                <a:spcPct val="0"/>
              </a:spcAft>
              <a:buNone/>
              <a:defRPr sz="4000" b="0" spc="0">
                <a:solidFill>
                  <a:schemeClr val="accent1"/>
                </a:solidFill>
              </a:defRPr>
            </a:lvl1pPr>
          </a:lstStyle>
          <a:p>
            <a:pPr lvl="0"/>
            <a:r>
              <a:rPr lang="zh-CN" altLang="en-US"/>
              <a:t>05</a:t>
            </a:r>
          </a:p>
        </p:txBody>
      </p:sp>
      <p:sp>
        <p:nvSpPr>
          <p:cNvPr id="26" name="装饰  5"/>
          <p:cNvSpPr>
            <a:spLocks noGrp="1"/>
          </p:cNvSpPr>
          <p:nvPr>
            <p:ph type="body" idx="16403" hasCustomPrompt="1"/>
            <p:custDataLst>
              <p:tags r:id="rId19"/>
            </p:custDataLst>
          </p:nvPr>
        </p:nvSpPr>
        <p:spPr>
          <a:xfrm>
            <a:off x="4851400" y="4724400"/>
            <a:ext cx="25400" cy="762000"/>
          </a:xfrm>
          <a:custGeom>
            <a:avLst/>
            <a:gdLst>
              <a:gd name="connisteX0" fmla="*/ 0 w 25400"/>
              <a:gd name="connsiteY0" fmla="*/ 12700 h 762000"/>
              <a:gd name="connisteX1" fmla="*/ 12700 w 25400"/>
              <a:gd name="connsiteY1" fmla="*/ 0 h 762000"/>
              <a:gd name="connisteX2" fmla="*/ 12700 w 25400"/>
              <a:gd name="connsiteY2" fmla="*/ 0 h 762000"/>
              <a:gd name="connisteX3" fmla="*/ 25400 w 25400"/>
              <a:gd name="connsiteY3" fmla="*/ 12700 h 762000"/>
              <a:gd name="connisteX4" fmla="*/ 25400 w 25400"/>
              <a:gd name="connsiteY4" fmla="*/ 749300 h 762000"/>
              <a:gd name="connisteX5" fmla="*/ 12700 w 25400"/>
              <a:gd name="connsiteY5" fmla="*/ 762000 h 762000"/>
              <a:gd name="connisteX6" fmla="*/ 12700 w 25400"/>
              <a:gd name="connsiteY6" fmla="*/ 762000 h 762000"/>
              <a:gd name="connisteX7" fmla="*/ 0 w 25400"/>
              <a:gd name="connsiteY7" fmla="*/ 749300 h 762000"/>
              <a:gd name="connisteX8" fmla="*/ 0 w 25400"/>
              <a:gd name="connsiteY8" fmla="*/ 12700 h 76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25400" h="762000">
                <a:moveTo>
                  <a:pt x="0" y="12700"/>
                </a:moveTo>
                <a:cubicBezTo>
                  <a:pt x="0" y="5686"/>
                  <a:pt x="5686" y="0"/>
                  <a:pt x="12700" y="0"/>
                </a:cubicBezTo>
                <a:lnTo>
                  <a:pt x="12700" y="0"/>
                </a:lnTo>
                <a:cubicBezTo>
                  <a:pt x="19714" y="0"/>
                  <a:pt x="25400" y="5686"/>
                  <a:pt x="25400" y="12700"/>
                </a:cubicBezTo>
                <a:lnTo>
                  <a:pt x="25400" y="749300"/>
                </a:lnTo>
                <a:cubicBezTo>
                  <a:pt x="25400" y="756314"/>
                  <a:pt x="19714" y="762000"/>
                  <a:pt x="12700" y="762000"/>
                </a:cubicBezTo>
                <a:lnTo>
                  <a:pt x="12700" y="762000"/>
                </a:lnTo>
                <a:cubicBezTo>
                  <a:pt x="5686" y="762000"/>
                  <a:pt x="0" y="756314"/>
                  <a:pt x="0" y="749300"/>
                </a:cubicBezTo>
                <a:lnTo>
                  <a:pt x="0" y="12700"/>
                </a:lnTo>
                <a:close/>
              </a:path>
            </a:pathLst>
          </a:custGeom>
          <a:solidFill>
            <a:schemeClr val="accent1">
              <a:alpha val="50000"/>
            </a:schemeClr>
          </a:solidFill>
          <a:ln>
            <a:solidFill>
              <a:prstClr val="black">
                <a:alpha val="0"/>
              </a:prstClr>
            </a:solidFill>
            <a:prstDash val="solid"/>
          </a:ln>
        </p:spPr>
        <p:txBody>
          <a:bodyPr>
            <a:noAutofit/>
          </a:bodyPr>
          <a:lstStyle>
            <a:lvl1pPr marL="0" indent="0">
              <a:buNone/>
              <a:defRPr/>
            </a:lvl1pPr>
            <a:lvl2pPr>
              <a:buNone/>
              <a:defRPr/>
            </a:lvl2pPr>
            <a:lvl3pPr>
              <a:buNone/>
              <a:defRPr/>
            </a:lvl3pPr>
            <a:lvl4pPr>
              <a:buNone/>
              <a:defRPr/>
            </a:lvl4pPr>
            <a:lvl5pPr>
              <a:buNone/>
              <a:defRPr/>
            </a:lvl5pPr>
          </a:lstStyle>
          <a:p>
            <a:pPr lvl="0"/>
            <a:r>
              <a:rPr lang="zh-CN" altLang="en-US"/>
              <a:t> </a:t>
            </a:r>
          </a:p>
        </p:txBody>
      </p:sp>
      <p:sp>
        <p:nvSpPr>
          <p:cNvPr id="27" name="文本占位符 26"/>
          <p:cNvSpPr>
            <a:spLocks noGrp="1"/>
          </p:cNvSpPr>
          <p:nvPr>
            <p:ph type="body" idx="16395" hasCustomPrompt="1"/>
            <p:custDataLst>
              <p:tags r:id="rId20"/>
            </p:custDataLst>
          </p:nvPr>
        </p:nvSpPr>
        <p:spPr>
          <a:xfrm>
            <a:off x="5080000" y="4648200"/>
            <a:ext cx="2324100" cy="914400"/>
          </a:xfrm>
          <a:noFill/>
        </p:spPr>
        <p:txBody>
          <a:bodyPr lIns="0" tIns="0" rIns="0" bIns="0" anchor="ctr">
            <a:normAutofit/>
          </a:bodyPr>
          <a:lstStyle>
            <a:lvl1pPr marL="0" indent="0" algn="l">
              <a:lnSpc>
                <a:spcPct val="118000"/>
              </a:lnSpc>
              <a:spcBef>
                <a:spcPct val="0"/>
              </a:spcBef>
              <a:spcAft>
                <a:spcPct val="0"/>
              </a:spcAft>
              <a:buNone/>
              <a:defRPr sz="2400" b="0" spc="0">
                <a:solidFill>
                  <a:schemeClr val="tx1"/>
                </a:solidFill>
              </a:defRPr>
            </a:lvl1pPr>
          </a:lstStyle>
          <a:p>
            <a:pPr lvl="0"/>
            <a:r>
              <a:rPr lang="zh-CN" altLang="en-US"/>
              <a:t>Item title</a:t>
            </a:r>
          </a:p>
        </p:txBody>
      </p:sp>
      <p:sp>
        <p:nvSpPr>
          <p:cNvPr id="28" name="文本占位符 27"/>
          <p:cNvSpPr>
            <a:spLocks noGrp="1"/>
          </p:cNvSpPr>
          <p:nvPr>
            <p:ph type="body" idx="16398" hasCustomPrompt="1"/>
            <p:custDataLst>
              <p:tags r:id="rId21"/>
            </p:custDataLst>
          </p:nvPr>
        </p:nvSpPr>
        <p:spPr>
          <a:xfrm>
            <a:off x="7994650" y="4800600"/>
            <a:ext cx="596900" cy="508000"/>
          </a:xfrm>
          <a:noFill/>
        </p:spPr>
        <p:txBody>
          <a:bodyPr wrap="none" lIns="0" tIns="0" rIns="0" bIns="0" anchor="ctr">
            <a:noAutofit/>
          </a:bodyPr>
          <a:lstStyle>
            <a:lvl1pPr marL="0" indent="0" algn="ctr">
              <a:lnSpc>
                <a:spcPct val="109000"/>
              </a:lnSpc>
              <a:spcBef>
                <a:spcPct val="0"/>
              </a:spcBef>
              <a:spcAft>
                <a:spcPct val="0"/>
              </a:spcAft>
              <a:buNone/>
              <a:defRPr sz="4000" b="0" spc="0">
                <a:solidFill>
                  <a:schemeClr val="accent1"/>
                </a:solidFill>
              </a:defRPr>
            </a:lvl1pPr>
          </a:lstStyle>
          <a:p>
            <a:pPr lvl="0"/>
            <a:r>
              <a:rPr lang="zh-CN" altLang="en-US"/>
              <a:t>06</a:t>
            </a:r>
          </a:p>
        </p:txBody>
      </p:sp>
      <p:sp>
        <p:nvSpPr>
          <p:cNvPr id="29" name="装饰  8"/>
          <p:cNvSpPr>
            <a:spLocks noGrp="1"/>
          </p:cNvSpPr>
          <p:nvPr>
            <p:ph type="body" idx="16404" hasCustomPrompt="1"/>
            <p:custDataLst>
              <p:tags r:id="rId22"/>
            </p:custDataLst>
          </p:nvPr>
        </p:nvSpPr>
        <p:spPr>
          <a:xfrm>
            <a:off x="8775700" y="4724400"/>
            <a:ext cx="25400" cy="762000"/>
          </a:xfrm>
          <a:custGeom>
            <a:avLst/>
            <a:gdLst>
              <a:gd name="connisteX0" fmla="*/ 0 w 25400"/>
              <a:gd name="connsiteY0" fmla="*/ 12700 h 762000"/>
              <a:gd name="connisteX1" fmla="*/ 12700 w 25400"/>
              <a:gd name="connsiteY1" fmla="*/ 0 h 762000"/>
              <a:gd name="connisteX2" fmla="*/ 12700 w 25400"/>
              <a:gd name="connsiteY2" fmla="*/ 0 h 762000"/>
              <a:gd name="connisteX3" fmla="*/ 25400 w 25400"/>
              <a:gd name="connsiteY3" fmla="*/ 12700 h 762000"/>
              <a:gd name="connisteX4" fmla="*/ 25400 w 25400"/>
              <a:gd name="connsiteY4" fmla="*/ 749300 h 762000"/>
              <a:gd name="connisteX5" fmla="*/ 12700 w 25400"/>
              <a:gd name="connsiteY5" fmla="*/ 762000 h 762000"/>
              <a:gd name="connisteX6" fmla="*/ 12700 w 25400"/>
              <a:gd name="connsiteY6" fmla="*/ 762000 h 762000"/>
              <a:gd name="connisteX7" fmla="*/ 0 w 25400"/>
              <a:gd name="connsiteY7" fmla="*/ 749300 h 762000"/>
              <a:gd name="connisteX8" fmla="*/ 0 w 25400"/>
              <a:gd name="connsiteY8" fmla="*/ 12700 h 76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25400" h="762000">
                <a:moveTo>
                  <a:pt x="0" y="12700"/>
                </a:moveTo>
                <a:cubicBezTo>
                  <a:pt x="0" y="5686"/>
                  <a:pt x="5686" y="0"/>
                  <a:pt x="12700" y="0"/>
                </a:cubicBezTo>
                <a:lnTo>
                  <a:pt x="12700" y="0"/>
                </a:lnTo>
                <a:cubicBezTo>
                  <a:pt x="19714" y="0"/>
                  <a:pt x="25400" y="5686"/>
                  <a:pt x="25400" y="12700"/>
                </a:cubicBezTo>
                <a:lnTo>
                  <a:pt x="25400" y="749300"/>
                </a:lnTo>
                <a:cubicBezTo>
                  <a:pt x="25400" y="756314"/>
                  <a:pt x="19714" y="762000"/>
                  <a:pt x="12700" y="762000"/>
                </a:cubicBezTo>
                <a:lnTo>
                  <a:pt x="12700" y="762000"/>
                </a:lnTo>
                <a:cubicBezTo>
                  <a:pt x="5686" y="762000"/>
                  <a:pt x="0" y="756314"/>
                  <a:pt x="0" y="749300"/>
                </a:cubicBezTo>
                <a:lnTo>
                  <a:pt x="0" y="12700"/>
                </a:lnTo>
                <a:close/>
              </a:path>
            </a:pathLst>
          </a:custGeom>
          <a:solidFill>
            <a:schemeClr val="accent1">
              <a:alpha val="50000"/>
            </a:schemeClr>
          </a:solidFill>
          <a:ln>
            <a:solidFill>
              <a:prstClr val="black">
                <a:alpha val="0"/>
              </a:prstClr>
            </a:solidFill>
            <a:prstDash val="solid"/>
          </a:ln>
        </p:spPr>
        <p:txBody>
          <a:bodyPr>
            <a:noAutofit/>
          </a:bodyPr>
          <a:lstStyle>
            <a:lvl1pPr marL="0" indent="0">
              <a:buNone/>
              <a:defRPr/>
            </a:lvl1pPr>
            <a:lvl2pPr>
              <a:buNone/>
              <a:defRPr/>
            </a:lvl2pPr>
            <a:lvl3pPr>
              <a:buNone/>
              <a:defRPr/>
            </a:lvl3pPr>
            <a:lvl4pPr>
              <a:buNone/>
              <a:defRPr/>
            </a:lvl4pPr>
            <a:lvl5pPr>
              <a:buNone/>
              <a:defRPr/>
            </a:lvl5pPr>
          </a:lstStyle>
          <a:p>
            <a:pPr lvl="0"/>
            <a:r>
              <a:rPr lang="zh-CN" altLang="en-US"/>
              <a:t> </a:t>
            </a:r>
          </a:p>
        </p:txBody>
      </p:sp>
      <p:sp>
        <p:nvSpPr>
          <p:cNvPr id="30" name="文本占位符 29"/>
          <p:cNvSpPr>
            <a:spLocks noGrp="1"/>
          </p:cNvSpPr>
          <p:nvPr>
            <p:ph type="body" idx="16397" hasCustomPrompt="1"/>
            <p:custDataLst>
              <p:tags r:id="rId23"/>
            </p:custDataLst>
          </p:nvPr>
        </p:nvSpPr>
        <p:spPr>
          <a:xfrm>
            <a:off x="9004300" y="4648200"/>
            <a:ext cx="2324100" cy="914400"/>
          </a:xfrm>
          <a:noFill/>
        </p:spPr>
        <p:txBody>
          <a:bodyPr lIns="0" tIns="0" rIns="0" bIns="0" anchor="ctr">
            <a:normAutofit/>
          </a:bodyPr>
          <a:lstStyle>
            <a:lvl1pPr marL="0" indent="0" algn="l">
              <a:lnSpc>
                <a:spcPct val="118000"/>
              </a:lnSpc>
              <a:spcBef>
                <a:spcPct val="0"/>
              </a:spcBef>
              <a:spcAft>
                <a:spcPct val="0"/>
              </a:spcAft>
              <a:buNone/>
              <a:defRPr sz="2400" b="0" spc="0">
                <a:solidFill>
                  <a:schemeClr val="tx1"/>
                </a:solidFill>
              </a:defRPr>
            </a:lvl1pPr>
          </a:lstStyle>
          <a:p>
            <a:pPr lvl="0"/>
            <a:r>
              <a:rPr lang="zh-CN" altLang="en-US"/>
              <a:t>Item title</a:t>
            </a:r>
          </a:p>
        </p:txBody>
      </p:sp>
    </p:spTree>
  </p:cSld>
  <p:clrMapOvr>
    <a:overrideClrMapping bg1="dk1" tx1="lt1" bg2="dk2" tx2="lt2" accent1="accent1" accent2="accent2" accent3="accent3" accent4="accent4" accent5="accent5" accent6="accent6" hlink="hlink" folHlink="folHlink"/>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_Slide-34_20">
    <p:bg>
      <p:bgRef idx="1001">
        <a:schemeClr val="bg2"/>
      </p:bgRef>
    </p:bg>
    <p:spTree>
      <p:nvGrpSpPr>
        <p:cNvPr id="1" name=""/>
        <p:cNvGrpSpPr/>
        <p:nvPr/>
      </p:nvGrpSpPr>
      <p:grpSpPr>
        <a:xfrm>
          <a:off x="0" y="0"/>
          <a:ext cx="0" cy="0"/>
          <a:chOff x="0" y="0"/>
          <a:chExt cx="0" cy="0"/>
        </a:xfrm>
      </p:grpSpPr>
      <p:sp>
        <p:nvSpPr>
          <p:cNvPr id="8" name="日期占位符 3"/>
          <p:cNvSpPr>
            <a:spLocks noGrp="1"/>
          </p:cNvSpPr>
          <p:nvPr>
            <p:ph type="dt" sz="half" idx="10"/>
            <p:custDataLst>
              <p:tags r:id="rId1"/>
            </p:custDataLst>
          </p:nvPr>
        </p:nvSpPr>
        <p:spPr/>
        <p:txBody>
          <a:bodyPr/>
          <a:lstStyle/>
          <a:p>
            <a:fld id="{760FBDFE-C587-4B4C-A407-44438C67B59E}" type="datetimeFigureOut">
              <a:rPr lang="zh-CN" altLang="en-US" smtClean="0"/>
              <a:t>2026/7/9</a:t>
            </a:fld>
            <a:endParaRPr lang="zh-CN" altLang="en-US"/>
          </a:p>
        </p:txBody>
      </p:sp>
      <p:sp>
        <p:nvSpPr>
          <p:cNvPr id="9" name="页脚占位符 4"/>
          <p:cNvSpPr>
            <a:spLocks noGrp="1"/>
          </p:cNvSpPr>
          <p:nvPr>
            <p:ph type="ftr" sz="quarter" idx="11"/>
            <p:custDataLst>
              <p:tags r:id="rId2"/>
            </p:custDataLst>
          </p:nvPr>
        </p:nvSpPr>
        <p:spPr/>
        <p:txBody>
          <a:bodyPr/>
          <a:lstStyle/>
          <a:p>
            <a:endParaRPr lang="zh-CN" altLang="en-US"/>
          </a:p>
        </p:txBody>
      </p:sp>
      <p:sp>
        <p:nvSpPr>
          <p:cNvPr id="10" name="灯片编号占位符 5"/>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11" name="Title 10"/>
          <p:cNvSpPr>
            <a:spLocks noGrp="1"/>
          </p:cNvSpPr>
          <p:nvPr>
            <p:ph type="ctrTitle" idx="16385" hasCustomPrompt="1"/>
            <p:custDataLst>
              <p:tags r:id="rId4"/>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pPr lvl="0"/>
            <a:r>
              <a:t>Your slide title here</a:t>
            </a:r>
          </a:p>
        </p:txBody>
      </p:sp>
      <p:sp>
        <p:nvSpPr>
          <p:cNvPr id="12" name="Picture Placeholder 11"/>
          <p:cNvSpPr>
            <a:spLocks noGrp="1"/>
          </p:cNvSpPr>
          <p:nvPr>
            <p:ph type="pic" idx="16392" hasCustomPrompt="1"/>
            <p:custDataLst>
              <p:tags r:id="rId5"/>
            </p:custDataLst>
          </p:nvPr>
        </p:nvSpPr>
        <p:spPr>
          <a:xfrm>
            <a:off x="609600" y="1600200"/>
            <a:ext cx="1219200" cy="1219200"/>
          </a:xfrm>
          <a:custGeom>
            <a:avLst/>
            <a:gdLst>
              <a:gd name="connisteX0" fmla="*/ 0 w 1219200"/>
              <a:gd name="connsiteY0" fmla="*/ 609600 h 1219200"/>
              <a:gd name="connisteX1" fmla="*/ 609600 w 1219200"/>
              <a:gd name="connsiteY1" fmla="*/ 0 h 1219200"/>
              <a:gd name="connisteX2" fmla="*/ 609600 w 1219200"/>
              <a:gd name="connsiteY2" fmla="*/ 0 h 1219200"/>
              <a:gd name="connisteX3" fmla="*/ 1219200 w 1219200"/>
              <a:gd name="connsiteY3" fmla="*/ 609600 h 1219200"/>
              <a:gd name="connisteX4" fmla="*/ 1219200 w 1219200"/>
              <a:gd name="connsiteY4" fmla="*/ 609600 h 1219200"/>
              <a:gd name="connisteX5" fmla="*/ 609600 w 1219200"/>
              <a:gd name="connsiteY5" fmla="*/ 1219200 h 1219200"/>
              <a:gd name="connisteX6" fmla="*/ 609600 w 1219200"/>
              <a:gd name="connsiteY6" fmla="*/ 1219200 h 1219200"/>
              <a:gd name="connisteX7" fmla="*/ 0 w 1219200"/>
              <a:gd name="connsiteY7" fmla="*/ 609600 h 1219200"/>
              <a:gd name="connisteX8" fmla="*/ 0 w 1219200"/>
              <a:gd name="connsiteY8" fmla="*/ 609600 h 1219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1219200" h="1219200">
                <a:moveTo>
                  <a:pt x="0" y="609600"/>
                </a:moveTo>
                <a:cubicBezTo>
                  <a:pt x="0" y="272927"/>
                  <a:pt x="272927" y="0"/>
                  <a:pt x="609600" y="0"/>
                </a:cubicBezTo>
                <a:lnTo>
                  <a:pt x="609600" y="0"/>
                </a:lnTo>
                <a:cubicBezTo>
                  <a:pt x="946273" y="0"/>
                  <a:pt x="1219200" y="272927"/>
                  <a:pt x="1219200" y="609600"/>
                </a:cubicBezTo>
                <a:lnTo>
                  <a:pt x="1219200" y="609600"/>
                </a:lnTo>
                <a:cubicBezTo>
                  <a:pt x="1219200" y="946273"/>
                  <a:pt x="946273" y="1219200"/>
                  <a:pt x="609600" y="1219200"/>
                </a:cubicBezTo>
                <a:lnTo>
                  <a:pt x="609600" y="1219200"/>
                </a:lnTo>
                <a:cubicBezTo>
                  <a:pt x="272927" y="1219200"/>
                  <a:pt x="0" y="946273"/>
                  <a:pt x="0" y="609600"/>
                </a:cubicBezTo>
                <a:lnTo>
                  <a:pt x="0" y="6096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13" name="Text Placeholder 12"/>
          <p:cNvSpPr>
            <a:spLocks noGrp="1"/>
          </p:cNvSpPr>
          <p:nvPr>
            <p:ph type="body" idx="16386" hasCustomPrompt="1"/>
            <p:custDataLst>
              <p:tags r:id="rId6"/>
            </p:custDataLst>
          </p:nvPr>
        </p:nvSpPr>
        <p:spPr>
          <a:xfrm>
            <a:off x="2082800" y="1651000"/>
            <a:ext cx="9499600" cy="406400"/>
          </a:xfrm>
          <a:noFill/>
        </p:spPr>
        <p:txBody>
          <a:bodyPr lIns="0" tIns="0" rIns="0" bIns="0" anchor="t">
            <a:normAutofit/>
          </a:bodyPr>
          <a:lstStyle>
            <a:lvl1pPr marL="0" indent="0" algn="l">
              <a:lnSpc>
                <a:spcPct val="111000"/>
              </a:lnSpc>
              <a:buNone/>
              <a:defRPr sz="2400" b="0" spc="0">
                <a:solidFill>
                  <a:schemeClr val="tx1"/>
                </a:solidFill>
              </a:defRPr>
            </a:lvl1pPr>
            <a:lvl5pPr marL="0" indent="0" algn="l">
              <a:lnSpc>
                <a:spcPct val="111000"/>
              </a:lnSpc>
              <a:spcBef>
                <a:spcPct val="0"/>
              </a:spcBef>
              <a:spcAft>
                <a:spcPct val="0"/>
              </a:spcAft>
              <a:buNone/>
              <a:defRPr/>
            </a:lvl5pPr>
          </a:lstStyle>
          <a:p>
            <a:pPr lvl="0"/>
            <a:r>
              <a:rPr lang="zh-CN" altLang="en-US"/>
              <a:t>Your item title here</a:t>
            </a:r>
          </a:p>
        </p:txBody>
      </p:sp>
      <p:sp>
        <p:nvSpPr>
          <p:cNvPr id="14" name="Text Placeholder 13"/>
          <p:cNvSpPr>
            <a:spLocks noGrp="1"/>
          </p:cNvSpPr>
          <p:nvPr>
            <p:ph type="body" idx="16387" hasCustomPrompt="1"/>
            <p:custDataLst>
              <p:tags r:id="rId7"/>
            </p:custDataLst>
          </p:nvPr>
        </p:nvSpPr>
        <p:spPr>
          <a:xfrm>
            <a:off x="2082800" y="2159000"/>
            <a:ext cx="9499600" cy="609600"/>
          </a:xfrm>
          <a:noFill/>
        </p:spPr>
        <p:txBody>
          <a:bodyPr lIns="0" tIns="0" rIns="0" bIns="0" anchor="t">
            <a:normAutofit/>
          </a:bodyPr>
          <a:lstStyle>
            <a:lvl1pPr marL="0" indent="0" algn="l">
              <a:lnSpc>
                <a:spcPct val="125000"/>
              </a:lnSpc>
              <a:buNone/>
              <a:defRPr sz="1600" b="0" spc="0">
                <a:solidFill>
                  <a:schemeClr val="tx1"/>
                </a:solidFill>
              </a:defRPr>
            </a:lvl1pPr>
            <a:lvl5pPr marL="0" indent="0" algn="l">
              <a:lnSpc>
                <a:spcPct val="125000"/>
              </a:lnSpc>
              <a:spcBef>
                <a:spcPct val="0"/>
              </a:spcBef>
              <a:spcAft>
                <a:spcPct val="0"/>
              </a:spcAft>
              <a:buNone/>
              <a:defRPr/>
            </a:lvl5pPr>
          </a:lstStyle>
          <a:p>
            <a:pPr lvl="0"/>
            <a:r>
              <a:rPr lang="zh-CN" altLang="en-US"/>
              <a:t>Enter title text here</a:t>
            </a:r>
          </a:p>
        </p:txBody>
      </p:sp>
      <p:sp>
        <p:nvSpPr>
          <p:cNvPr id="15" name="Picture Placeholder 14"/>
          <p:cNvSpPr>
            <a:spLocks noGrp="1"/>
          </p:cNvSpPr>
          <p:nvPr>
            <p:ph type="pic" idx="16393" hasCustomPrompt="1"/>
            <p:custDataLst>
              <p:tags r:id="rId8"/>
            </p:custDataLst>
          </p:nvPr>
        </p:nvSpPr>
        <p:spPr>
          <a:xfrm>
            <a:off x="609600" y="3276600"/>
            <a:ext cx="1219200" cy="1219200"/>
          </a:xfrm>
          <a:custGeom>
            <a:avLst/>
            <a:gdLst>
              <a:gd name="connisteX0" fmla="*/ 0 w 1219200"/>
              <a:gd name="connsiteY0" fmla="*/ 609600 h 1219200"/>
              <a:gd name="connisteX1" fmla="*/ 609600 w 1219200"/>
              <a:gd name="connsiteY1" fmla="*/ 0 h 1219200"/>
              <a:gd name="connisteX2" fmla="*/ 609600 w 1219200"/>
              <a:gd name="connsiteY2" fmla="*/ 0 h 1219200"/>
              <a:gd name="connisteX3" fmla="*/ 1219200 w 1219200"/>
              <a:gd name="connsiteY3" fmla="*/ 609600 h 1219200"/>
              <a:gd name="connisteX4" fmla="*/ 1219200 w 1219200"/>
              <a:gd name="connsiteY4" fmla="*/ 609600 h 1219200"/>
              <a:gd name="connisteX5" fmla="*/ 609600 w 1219200"/>
              <a:gd name="connsiteY5" fmla="*/ 1219200 h 1219200"/>
              <a:gd name="connisteX6" fmla="*/ 609600 w 1219200"/>
              <a:gd name="connsiteY6" fmla="*/ 1219200 h 1219200"/>
              <a:gd name="connisteX7" fmla="*/ 0 w 1219200"/>
              <a:gd name="connsiteY7" fmla="*/ 609600 h 1219200"/>
              <a:gd name="connisteX8" fmla="*/ 0 w 1219200"/>
              <a:gd name="connsiteY8" fmla="*/ 609600 h 1219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1219200" h="1219200">
                <a:moveTo>
                  <a:pt x="0" y="609600"/>
                </a:moveTo>
                <a:cubicBezTo>
                  <a:pt x="0" y="272927"/>
                  <a:pt x="272927" y="0"/>
                  <a:pt x="609600" y="0"/>
                </a:cubicBezTo>
                <a:lnTo>
                  <a:pt x="609600" y="0"/>
                </a:lnTo>
                <a:cubicBezTo>
                  <a:pt x="946273" y="0"/>
                  <a:pt x="1219200" y="272927"/>
                  <a:pt x="1219200" y="609600"/>
                </a:cubicBezTo>
                <a:lnTo>
                  <a:pt x="1219200" y="609600"/>
                </a:lnTo>
                <a:cubicBezTo>
                  <a:pt x="1219200" y="946273"/>
                  <a:pt x="946273" y="1219200"/>
                  <a:pt x="609600" y="1219200"/>
                </a:cubicBezTo>
                <a:lnTo>
                  <a:pt x="609600" y="1219200"/>
                </a:lnTo>
                <a:cubicBezTo>
                  <a:pt x="272927" y="1219200"/>
                  <a:pt x="0" y="946273"/>
                  <a:pt x="0" y="609600"/>
                </a:cubicBezTo>
                <a:lnTo>
                  <a:pt x="0" y="6096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16" name="Text Placeholder 15"/>
          <p:cNvSpPr>
            <a:spLocks noGrp="1"/>
          </p:cNvSpPr>
          <p:nvPr>
            <p:ph type="body" idx="16388" hasCustomPrompt="1"/>
            <p:custDataLst>
              <p:tags r:id="rId9"/>
            </p:custDataLst>
          </p:nvPr>
        </p:nvSpPr>
        <p:spPr>
          <a:xfrm>
            <a:off x="2082800" y="3327400"/>
            <a:ext cx="9499600" cy="406400"/>
          </a:xfrm>
          <a:noFill/>
        </p:spPr>
        <p:txBody>
          <a:bodyPr lIns="0" tIns="0" rIns="0" bIns="0" anchor="t">
            <a:normAutofit/>
          </a:bodyPr>
          <a:lstStyle>
            <a:lvl1pPr marL="0" indent="0" algn="l">
              <a:lnSpc>
                <a:spcPct val="111000"/>
              </a:lnSpc>
              <a:buNone/>
              <a:defRPr sz="2400" b="0" spc="0">
                <a:solidFill>
                  <a:schemeClr val="tx1"/>
                </a:solidFill>
              </a:defRPr>
            </a:lvl1pPr>
            <a:lvl5pPr marL="0" indent="0" algn="l">
              <a:lnSpc>
                <a:spcPct val="111000"/>
              </a:lnSpc>
              <a:spcBef>
                <a:spcPct val="0"/>
              </a:spcBef>
              <a:spcAft>
                <a:spcPct val="0"/>
              </a:spcAft>
              <a:buNone/>
              <a:defRPr/>
            </a:lvl5pPr>
          </a:lstStyle>
          <a:p>
            <a:pPr lvl="0"/>
            <a:r>
              <a:rPr lang="zh-CN" altLang="en-US"/>
              <a:t>Your item title here</a:t>
            </a:r>
          </a:p>
        </p:txBody>
      </p:sp>
      <p:sp>
        <p:nvSpPr>
          <p:cNvPr id="17" name="Text Placeholder 16"/>
          <p:cNvSpPr>
            <a:spLocks noGrp="1"/>
          </p:cNvSpPr>
          <p:nvPr>
            <p:ph type="body" idx="16389" hasCustomPrompt="1"/>
            <p:custDataLst>
              <p:tags r:id="rId10"/>
            </p:custDataLst>
          </p:nvPr>
        </p:nvSpPr>
        <p:spPr>
          <a:xfrm>
            <a:off x="2082800" y="3835400"/>
            <a:ext cx="9499600" cy="609600"/>
          </a:xfrm>
          <a:noFill/>
        </p:spPr>
        <p:txBody>
          <a:bodyPr lIns="0" tIns="0" rIns="0" bIns="0" anchor="t">
            <a:normAutofit/>
          </a:bodyPr>
          <a:lstStyle>
            <a:lvl1pPr marL="0" indent="0" algn="l">
              <a:lnSpc>
                <a:spcPct val="125000"/>
              </a:lnSpc>
              <a:buNone/>
              <a:defRPr sz="1600" b="0" spc="0">
                <a:solidFill>
                  <a:schemeClr val="tx1"/>
                </a:solidFill>
              </a:defRPr>
            </a:lvl1pPr>
            <a:lvl5pPr marL="0" indent="0" algn="l">
              <a:lnSpc>
                <a:spcPct val="125000"/>
              </a:lnSpc>
              <a:spcBef>
                <a:spcPct val="0"/>
              </a:spcBef>
              <a:spcAft>
                <a:spcPct val="0"/>
              </a:spcAft>
              <a:buNone/>
              <a:defRPr/>
            </a:lvl5pPr>
          </a:lstStyle>
          <a:p>
            <a:pPr lvl="0"/>
            <a:r>
              <a:rPr lang="zh-CN" altLang="en-US"/>
              <a:t>Enter title text here</a:t>
            </a:r>
          </a:p>
        </p:txBody>
      </p:sp>
      <p:sp>
        <p:nvSpPr>
          <p:cNvPr id="18" name="Picture Placeholder 17"/>
          <p:cNvSpPr>
            <a:spLocks noGrp="1"/>
          </p:cNvSpPr>
          <p:nvPr>
            <p:ph type="pic" idx="16394" hasCustomPrompt="1"/>
            <p:custDataLst>
              <p:tags r:id="rId11"/>
            </p:custDataLst>
          </p:nvPr>
        </p:nvSpPr>
        <p:spPr>
          <a:xfrm>
            <a:off x="609600" y="4953000"/>
            <a:ext cx="1219200" cy="1219200"/>
          </a:xfrm>
          <a:custGeom>
            <a:avLst/>
            <a:gdLst>
              <a:gd name="connisteX0" fmla="*/ 0 w 1219200"/>
              <a:gd name="connsiteY0" fmla="*/ 609600 h 1219200"/>
              <a:gd name="connisteX1" fmla="*/ 609600 w 1219200"/>
              <a:gd name="connsiteY1" fmla="*/ 0 h 1219200"/>
              <a:gd name="connisteX2" fmla="*/ 609600 w 1219200"/>
              <a:gd name="connsiteY2" fmla="*/ 0 h 1219200"/>
              <a:gd name="connisteX3" fmla="*/ 1219200 w 1219200"/>
              <a:gd name="connsiteY3" fmla="*/ 609600 h 1219200"/>
              <a:gd name="connisteX4" fmla="*/ 1219200 w 1219200"/>
              <a:gd name="connsiteY4" fmla="*/ 609600 h 1219200"/>
              <a:gd name="connisteX5" fmla="*/ 609600 w 1219200"/>
              <a:gd name="connsiteY5" fmla="*/ 1219200 h 1219200"/>
              <a:gd name="connisteX6" fmla="*/ 609600 w 1219200"/>
              <a:gd name="connsiteY6" fmla="*/ 1219200 h 1219200"/>
              <a:gd name="connisteX7" fmla="*/ 0 w 1219200"/>
              <a:gd name="connsiteY7" fmla="*/ 609600 h 1219200"/>
              <a:gd name="connisteX8" fmla="*/ 0 w 1219200"/>
              <a:gd name="connsiteY8" fmla="*/ 609600 h 1219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1219200" h="1219200">
                <a:moveTo>
                  <a:pt x="0" y="609600"/>
                </a:moveTo>
                <a:cubicBezTo>
                  <a:pt x="0" y="272927"/>
                  <a:pt x="272927" y="0"/>
                  <a:pt x="609600" y="0"/>
                </a:cubicBezTo>
                <a:lnTo>
                  <a:pt x="609600" y="0"/>
                </a:lnTo>
                <a:cubicBezTo>
                  <a:pt x="946273" y="0"/>
                  <a:pt x="1219200" y="272927"/>
                  <a:pt x="1219200" y="609600"/>
                </a:cubicBezTo>
                <a:lnTo>
                  <a:pt x="1219200" y="609600"/>
                </a:lnTo>
                <a:cubicBezTo>
                  <a:pt x="1219200" y="946273"/>
                  <a:pt x="946273" y="1219200"/>
                  <a:pt x="609600" y="1219200"/>
                </a:cubicBezTo>
                <a:lnTo>
                  <a:pt x="609600" y="1219200"/>
                </a:lnTo>
                <a:cubicBezTo>
                  <a:pt x="272927" y="1219200"/>
                  <a:pt x="0" y="946273"/>
                  <a:pt x="0" y="609600"/>
                </a:cubicBezTo>
                <a:lnTo>
                  <a:pt x="0" y="6096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19" name="Text Placeholder 18"/>
          <p:cNvSpPr>
            <a:spLocks noGrp="1"/>
          </p:cNvSpPr>
          <p:nvPr>
            <p:ph type="body" idx="16390" hasCustomPrompt="1"/>
            <p:custDataLst>
              <p:tags r:id="rId12"/>
            </p:custDataLst>
          </p:nvPr>
        </p:nvSpPr>
        <p:spPr>
          <a:xfrm>
            <a:off x="2082800" y="5003800"/>
            <a:ext cx="9499600" cy="406400"/>
          </a:xfrm>
          <a:noFill/>
        </p:spPr>
        <p:txBody>
          <a:bodyPr lIns="0" tIns="0" rIns="0" bIns="0" anchor="t">
            <a:normAutofit/>
          </a:bodyPr>
          <a:lstStyle>
            <a:lvl1pPr marL="0" indent="0" algn="l">
              <a:lnSpc>
                <a:spcPct val="111000"/>
              </a:lnSpc>
              <a:buNone/>
              <a:defRPr sz="2400" b="0" spc="0">
                <a:solidFill>
                  <a:schemeClr val="tx1"/>
                </a:solidFill>
              </a:defRPr>
            </a:lvl1pPr>
            <a:lvl5pPr marL="0" indent="0" algn="l">
              <a:lnSpc>
                <a:spcPct val="111000"/>
              </a:lnSpc>
              <a:spcBef>
                <a:spcPct val="0"/>
              </a:spcBef>
              <a:spcAft>
                <a:spcPct val="0"/>
              </a:spcAft>
              <a:buNone/>
              <a:defRPr/>
            </a:lvl5pPr>
          </a:lstStyle>
          <a:p>
            <a:pPr lvl="0"/>
            <a:r>
              <a:rPr lang="zh-CN" altLang="en-US"/>
              <a:t>Your item title here</a:t>
            </a:r>
          </a:p>
        </p:txBody>
      </p:sp>
      <p:sp>
        <p:nvSpPr>
          <p:cNvPr id="20" name="Text Placeholder 19"/>
          <p:cNvSpPr>
            <a:spLocks noGrp="1"/>
          </p:cNvSpPr>
          <p:nvPr>
            <p:ph type="body" idx="16391" hasCustomPrompt="1"/>
            <p:custDataLst>
              <p:tags r:id="rId13"/>
            </p:custDataLst>
          </p:nvPr>
        </p:nvSpPr>
        <p:spPr>
          <a:xfrm>
            <a:off x="2082800" y="5511800"/>
            <a:ext cx="9499600" cy="609600"/>
          </a:xfrm>
          <a:noFill/>
        </p:spPr>
        <p:txBody>
          <a:bodyPr lIns="0" tIns="0" rIns="0" bIns="0" anchor="t">
            <a:normAutofit/>
          </a:bodyPr>
          <a:lstStyle>
            <a:lvl1pPr marL="0" indent="0" algn="l">
              <a:lnSpc>
                <a:spcPct val="125000"/>
              </a:lnSpc>
              <a:buNone/>
              <a:defRPr sz="1600" b="0" spc="0">
                <a:solidFill>
                  <a:schemeClr val="tx1"/>
                </a:solidFill>
              </a:defRPr>
            </a:lvl1pPr>
            <a:lvl5pPr marL="0" indent="0" algn="l">
              <a:lnSpc>
                <a:spcPct val="125000"/>
              </a:lnSpc>
              <a:spcBef>
                <a:spcPct val="0"/>
              </a:spcBef>
              <a:spcAft>
                <a:spcPct val="0"/>
              </a:spcAft>
              <a:buNone/>
              <a:defRPr/>
            </a:lvl5pPr>
          </a:lstStyle>
          <a:p>
            <a:pPr lvl="0"/>
            <a:r>
              <a:rPr lang="zh-CN" altLang="en-US"/>
              <a:t>Enter title text here</a:t>
            </a:r>
          </a:p>
        </p:txBody>
      </p:sp>
    </p:spTree>
  </p:cSld>
  <p:clrMapOvr>
    <a:overrideClrMapping bg1="dk1" tx1="lt1" bg2="dk2" tx2="lt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ent_Slide-59_3">
    <p:bg>
      <p:bgRef idx="1001">
        <a:schemeClr val="bg2"/>
      </p:bgRef>
    </p:bg>
    <p:spTree>
      <p:nvGrpSpPr>
        <p:cNvPr id="1" name=""/>
        <p:cNvGrpSpPr/>
        <p:nvPr/>
      </p:nvGrpSpPr>
      <p:grpSpPr>
        <a:xfrm>
          <a:off x="0" y="0"/>
          <a:ext cx="0" cy="0"/>
          <a:chOff x="0" y="0"/>
          <a:chExt cx="0" cy="0"/>
        </a:xfrm>
      </p:grpSpPr>
      <p:sp>
        <p:nvSpPr>
          <p:cNvPr id="8" name="日期占位符 3"/>
          <p:cNvSpPr>
            <a:spLocks noGrp="1"/>
          </p:cNvSpPr>
          <p:nvPr>
            <p:ph type="dt" sz="half" idx="10"/>
            <p:custDataLst>
              <p:tags r:id="rId1"/>
            </p:custDataLst>
          </p:nvPr>
        </p:nvSpPr>
        <p:spPr/>
        <p:txBody>
          <a:bodyPr/>
          <a:lstStyle/>
          <a:p>
            <a:fld id="{760FBDFE-C587-4B4C-A407-44438C67B59E}" type="datetimeFigureOut">
              <a:rPr lang="zh-CN" altLang="en-US" smtClean="0"/>
              <a:t>2026/7/9</a:t>
            </a:fld>
            <a:endParaRPr lang="zh-CN" altLang="en-US"/>
          </a:p>
        </p:txBody>
      </p:sp>
      <p:sp>
        <p:nvSpPr>
          <p:cNvPr id="9" name="页脚占位符 4"/>
          <p:cNvSpPr>
            <a:spLocks noGrp="1"/>
          </p:cNvSpPr>
          <p:nvPr>
            <p:ph type="ftr" sz="quarter" idx="11"/>
            <p:custDataLst>
              <p:tags r:id="rId2"/>
            </p:custDataLst>
          </p:nvPr>
        </p:nvSpPr>
        <p:spPr/>
        <p:txBody>
          <a:bodyPr/>
          <a:lstStyle/>
          <a:p>
            <a:endParaRPr lang="zh-CN" altLang="en-US"/>
          </a:p>
        </p:txBody>
      </p:sp>
      <p:sp>
        <p:nvSpPr>
          <p:cNvPr id="10" name="灯片编号占位符 5"/>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11" name="Title 10"/>
          <p:cNvSpPr>
            <a:spLocks noGrp="1"/>
          </p:cNvSpPr>
          <p:nvPr>
            <p:ph type="ctrTitle" idx="16385" hasCustomPrompt="1"/>
            <p:custDataLst>
              <p:tags r:id="rId4"/>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pPr lvl="0"/>
            <a:r>
              <a:rPr lang="zh-CN" altLang="en-US"/>
              <a:t>Your slide title here</a:t>
            </a:r>
          </a:p>
        </p:txBody>
      </p:sp>
      <p:sp>
        <p:nvSpPr>
          <p:cNvPr id="12" name="Content Placeholder 11"/>
          <p:cNvSpPr>
            <a:spLocks noGrp="1"/>
          </p:cNvSpPr>
          <p:nvPr>
            <p:ph idx="16388" hasCustomPrompt="1"/>
            <p:custDataLst>
              <p:tags r:id="rId5"/>
            </p:custDataLst>
          </p:nvPr>
        </p:nvSpPr>
        <p:spPr>
          <a:xfrm>
            <a:off x="609600" y="3403600"/>
            <a:ext cx="10972800" cy="2844800"/>
          </a:xfrm>
          <a:custGeom>
            <a:avLst/>
            <a:gdLst>
              <a:gd name="connisteX0" fmla="*/ 0 w 10972800"/>
              <a:gd name="connsiteY0" fmla="*/ 203200 h 2844800"/>
              <a:gd name="connisteX1" fmla="*/ 203200 w 10972800"/>
              <a:gd name="connsiteY1" fmla="*/ 0 h 2844800"/>
              <a:gd name="connisteX2" fmla="*/ 10769600 w 10972800"/>
              <a:gd name="connsiteY2" fmla="*/ 0 h 2844800"/>
              <a:gd name="connisteX3" fmla="*/ 10972800 w 10972800"/>
              <a:gd name="connsiteY3" fmla="*/ 203200 h 2844800"/>
              <a:gd name="connisteX4" fmla="*/ 10972800 w 10972800"/>
              <a:gd name="connsiteY4" fmla="*/ 2641600 h 2844800"/>
              <a:gd name="connisteX5" fmla="*/ 10769600 w 10972800"/>
              <a:gd name="connsiteY5" fmla="*/ 2844800 h 2844800"/>
              <a:gd name="connisteX6" fmla="*/ 203200 w 10972800"/>
              <a:gd name="connsiteY6" fmla="*/ 2844800 h 2844800"/>
              <a:gd name="connisteX7" fmla="*/ 0 w 10972800"/>
              <a:gd name="connsiteY7" fmla="*/ 2641600 h 2844800"/>
              <a:gd name="connisteX8" fmla="*/ 0 w 10972800"/>
              <a:gd name="connsiteY8" fmla="*/ 203200 h 2844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10972800" h="2844800">
                <a:moveTo>
                  <a:pt x="0" y="203200"/>
                </a:moveTo>
                <a:cubicBezTo>
                  <a:pt x="0" y="90976"/>
                  <a:pt x="90976" y="0"/>
                  <a:pt x="203200" y="0"/>
                </a:cubicBezTo>
                <a:lnTo>
                  <a:pt x="10769600" y="0"/>
                </a:lnTo>
                <a:cubicBezTo>
                  <a:pt x="10881824" y="0"/>
                  <a:pt x="10972800" y="90976"/>
                  <a:pt x="10972800" y="203200"/>
                </a:cubicBezTo>
                <a:lnTo>
                  <a:pt x="10972800" y="2641600"/>
                </a:lnTo>
                <a:cubicBezTo>
                  <a:pt x="10972800" y="2753824"/>
                  <a:pt x="10881824" y="2844800"/>
                  <a:pt x="10769600" y="2844800"/>
                </a:cubicBezTo>
                <a:lnTo>
                  <a:pt x="203200" y="2844800"/>
                </a:lnTo>
                <a:cubicBezTo>
                  <a:pt x="90976" y="2844800"/>
                  <a:pt x="0" y="2753824"/>
                  <a:pt x="0" y="2641600"/>
                </a:cubicBezTo>
                <a:lnTo>
                  <a:pt x="0" y="203200"/>
                </a:lnTo>
                <a:close/>
              </a:path>
            </a:pathLst>
          </a:custGeom>
          <a:solidFill>
            <a:srgbClr val="DDDDDD"/>
          </a:solidFill>
          <a:ln>
            <a:noFill/>
          </a:ln>
        </p:spPr>
        <p:txBody>
          <a:bodyPr>
            <a:normAutofit/>
          </a:bodyPr>
          <a:lstStyle>
            <a:lvl1pPr marL="0" indent="0">
              <a:buNone/>
              <a:defRPr/>
            </a:lvl1pPr>
            <a:lvl2pPr>
              <a:buNone/>
              <a:defRPr/>
            </a:lvl2pPr>
            <a:lvl3pPr>
              <a:buNone/>
              <a:defRPr/>
            </a:lvl3pPr>
            <a:lvl4pPr>
              <a:buNone/>
              <a:defRPr/>
            </a:lvl4pPr>
            <a:lvl5pPr>
              <a:buNone/>
              <a:defRPr/>
            </a:lvl5pPr>
          </a:lstStyle>
          <a:p>
            <a:pPr lvl="0"/>
            <a:r>
              <a:rPr lang="zh-CN" altLang="en-US"/>
              <a:t> </a:t>
            </a:r>
          </a:p>
        </p:txBody>
      </p:sp>
      <p:sp>
        <p:nvSpPr>
          <p:cNvPr id="13" name="装饰  2"/>
          <p:cNvSpPr>
            <a:spLocks noGrp="1"/>
          </p:cNvSpPr>
          <p:nvPr>
            <p:ph type="body" idx="16389" hasCustomPrompt="1"/>
            <p:custDataLst>
              <p:tags r:id="rId6"/>
            </p:custDataLst>
          </p:nvPr>
        </p:nvSpPr>
        <p:spPr>
          <a:xfrm>
            <a:off x="609600" y="1524000"/>
            <a:ext cx="50800" cy="1422400"/>
          </a:xfrm>
          <a:custGeom>
            <a:avLst/>
            <a:gdLst>
              <a:gd name="connisteX0" fmla="*/ 0 w 50800"/>
              <a:gd name="connsiteY0" fmla="*/ 25400 h 1422400"/>
              <a:gd name="connisteX1" fmla="*/ 25400 w 50800"/>
              <a:gd name="connsiteY1" fmla="*/ 0 h 1422400"/>
              <a:gd name="connisteX2" fmla="*/ 25400 w 50800"/>
              <a:gd name="connsiteY2" fmla="*/ 0 h 1422400"/>
              <a:gd name="connisteX3" fmla="*/ 50800 w 50800"/>
              <a:gd name="connsiteY3" fmla="*/ 25400 h 1422400"/>
              <a:gd name="connisteX4" fmla="*/ 50800 w 50800"/>
              <a:gd name="connsiteY4" fmla="*/ 1397000 h 1422400"/>
              <a:gd name="connisteX5" fmla="*/ 25400 w 50800"/>
              <a:gd name="connsiteY5" fmla="*/ 1422400 h 1422400"/>
              <a:gd name="connisteX6" fmla="*/ 25400 w 50800"/>
              <a:gd name="connsiteY6" fmla="*/ 1422400 h 1422400"/>
              <a:gd name="connisteX7" fmla="*/ 0 w 50800"/>
              <a:gd name="connsiteY7" fmla="*/ 1397000 h 1422400"/>
              <a:gd name="connisteX8" fmla="*/ 0 w 50800"/>
              <a:gd name="connsiteY8" fmla="*/ 25400 h 1422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50800" h="1422400">
                <a:moveTo>
                  <a:pt x="0" y="25400"/>
                </a:moveTo>
                <a:cubicBezTo>
                  <a:pt x="0" y="11372"/>
                  <a:pt x="11372" y="0"/>
                  <a:pt x="25400" y="0"/>
                </a:cubicBezTo>
                <a:lnTo>
                  <a:pt x="25400" y="0"/>
                </a:lnTo>
                <a:cubicBezTo>
                  <a:pt x="39428" y="0"/>
                  <a:pt x="50800" y="11372"/>
                  <a:pt x="50800" y="25400"/>
                </a:cubicBezTo>
                <a:lnTo>
                  <a:pt x="50800" y="1397000"/>
                </a:lnTo>
                <a:cubicBezTo>
                  <a:pt x="50800" y="1411028"/>
                  <a:pt x="39428" y="1422400"/>
                  <a:pt x="25400" y="1422400"/>
                </a:cubicBezTo>
                <a:lnTo>
                  <a:pt x="25400" y="1422400"/>
                </a:lnTo>
                <a:cubicBezTo>
                  <a:pt x="11372" y="1422400"/>
                  <a:pt x="0" y="1411028"/>
                  <a:pt x="0" y="1397000"/>
                </a:cubicBezTo>
                <a:lnTo>
                  <a:pt x="0" y="25400"/>
                </a:lnTo>
                <a:close/>
              </a:path>
            </a:pathLst>
          </a:custGeom>
          <a:solidFill>
            <a:schemeClr val="accent1"/>
          </a:solidFill>
          <a:ln>
            <a:solidFill>
              <a:prstClr val="black">
                <a:alpha val="0"/>
              </a:prstClr>
            </a:solidFill>
            <a:prstDash val="solid"/>
          </a:ln>
        </p:spPr>
        <p:txBody>
          <a:bodyPr>
            <a:noAutofit/>
          </a:bodyPr>
          <a:lstStyle>
            <a:lvl1pPr marL="0" indent="0">
              <a:buNone/>
              <a:defRPr/>
            </a:lvl1pPr>
            <a:lvl2pPr>
              <a:buNone/>
              <a:defRPr/>
            </a:lvl2pPr>
            <a:lvl3pPr>
              <a:buNone/>
              <a:defRPr/>
            </a:lvl3pPr>
            <a:lvl4pPr>
              <a:buNone/>
              <a:defRPr/>
            </a:lvl4pPr>
            <a:lvl5pPr>
              <a:buNone/>
              <a:defRPr/>
            </a:lvl5pPr>
          </a:lstStyle>
          <a:p>
            <a:pPr lvl="0"/>
            <a:r>
              <a:rPr lang="zh-CN" altLang="en-US"/>
              <a:t> </a:t>
            </a:r>
          </a:p>
        </p:txBody>
      </p:sp>
      <p:sp>
        <p:nvSpPr>
          <p:cNvPr id="14" name="Text Placeholder 13"/>
          <p:cNvSpPr>
            <a:spLocks noGrp="1"/>
          </p:cNvSpPr>
          <p:nvPr>
            <p:ph type="body" idx="16386" hasCustomPrompt="1"/>
            <p:custDataLst>
              <p:tags r:id="rId7"/>
            </p:custDataLst>
          </p:nvPr>
        </p:nvSpPr>
        <p:spPr>
          <a:xfrm>
            <a:off x="762000" y="1524000"/>
            <a:ext cx="108204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Your item title here</a:t>
            </a:r>
          </a:p>
        </p:txBody>
      </p:sp>
      <p:sp>
        <p:nvSpPr>
          <p:cNvPr id="15" name="Text Placeholder 14"/>
          <p:cNvSpPr>
            <a:spLocks noGrp="1"/>
          </p:cNvSpPr>
          <p:nvPr>
            <p:ph type="body" idx="16387" hasCustomPrompt="1"/>
            <p:custDataLst>
              <p:tags r:id="rId8"/>
            </p:custDataLst>
          </p:nvPr>
        </p:nvSpPr>
        <p:spPr>
          <a:xfrm>
            <a:off x="762000" y="2032000"/>
            <a:ext cx="10820400" cy="9144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Enter text here</a:t>
            </a:r>
          </a:p>
        </p:txBody>
      </p:sp>
    </p:spTree>
  </p:cSld>
  <p:clrMapOvr>
    <a:overrideClrMapping bg1="dk1" tx1="lt1" bg2="dk2" tx2="lt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_Slide-39_9">
    <p:bg>
      <p:bgRef idx="1001">
        <a:schemeClr val="bg2"/>
      </p:bgRef>
    </p:bg>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1"/>
            </p:custDataLst>
          </p:nvPr>
        </p:nvSpPr>
        <p:spPr/>
        <p:txBody>
          <a:bodyPr/>
          <a:lstStyle/>
          <a:p>
            <a:fld id="{760FBDFE-C587-4B4C-A407-44438C67B59E}" type="datetimeFigureOut">
              <a:rPr lang="zh-CN" altLang="en-US" smtClean="0"/>
              <a:t>2026/7/9</a:t>
            </a:fld>
            <a:endParaRPr lang="zh-CN" altLang="en-US"/>
          </a:p>
        </p:txBody>
      </p:sp>
      <p:sp>
        <p:nvSpPr>
          <p:cNvPr id="9" name="页脚占位符 8"/>
          <p:cNvSpPr>
            <a:spLocks noGrp="1"/>
          </p:cNvSpPr>
          <p:nvPr>
            <p:ph type="ftr" sz="quarter" idx="11"/>
            <p:custDataLst>
              <p:tags r:id="rId2"/>
            </p:custDataLst>
          </p:nvPr>
        </p:nvSpPr>
        <p:spPr/>
        <p:txBody>
          <a:bodyPr/>
          <a:lstStyle/>
          <a:p>
            <a:endParaRPr lang="zh-CN" altLang="en-US"/>
          </a:p>
        </p:txBody>
      </p:sp>
      <p:sp>
        <p:nvSpPr>
          <p:cNvPr id="10" name="灯片编号占位符 9"/>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11" name="标题 10"/>
          <p:cNvSpPr>
            <a:spLocks noGrp="1"/>
          </p:cNvSpPr>
          <p:nvPr>
            <p:ph type="ctrTitle" idx="16385" hasCustomPrompt="1"/>
            <p:custDataLst>
              <p:tags r:id="rId4"/>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pPr lvl="0"/>
            <a:r>
              <a:rPr lang="zh-CN" altLang="en-US"/>
              <a:t>Your slide title here</a:t>
            </a:r>
          </a:p>
        </p:txBody>
      </p:sp>
      <p:sp>
        <p:nvSpPr>
          <p:cNvPr id="12" name="装饰  1"/>
          <p:cNvSpPr>
            <a:spLocks noGrp="1"/>
          </p:cNvSpPr>
          <p:nvPr>
            <p:ph type="body" idx="16391" hasCustomPrompt="1"/>
            <p:custDataLst>
              <p:tags r:id="rId5"/>
            </p:custDataLst>
          </p:nvPr>
        </p:nvSpPr>
        <p:spPr>
          <a:xfrm>
            <a:off x="609600" y="1524000"/>
            <a:ext cx="10972800" cy="2209800"/>
          </a:xfrm>
          <a:custGeom>
            <a:avLst/>
            <a:gdLst>
              <a:gd name="connisteX0" fmla="*/ 0 w 10972800"/>
              <a:gd name="connsiteY0" fmla="*/ 203200 h 2209800"/>
              <a:gd name="connisteX1" fmla="*/ 203200 w 10972800"/>
              <a:gd name="connsiteY1" fmla="*/ 0 h 2209800"/>
              <a:gd name="connisteX2" fmla="*/ 10769600 w 10972800"/>
              <a:gd name="connsiteY2" fmla="*/ 0 h 2209800"/>
              <a:gd name="connisteX3" fmla="*/ 10972800 w 10972800"/>
              <a:gd name="connsiteY3" fmla="*/ 203200 h 2209800"/>
              <a:gd name="connisteX4" fmla="*/ 10972800 w 10972800"/>
              <a:gd name="connsiteY4" fmla="*/ 2006600 h 2209800"/>
              <a:gd name="connisteX5" fmla="*/ 10769600 w 10972800"/>
              <a:gd name="connsiteY5" fmla="*/ 2209800 h 2209800"/>
              <a:gd name="connisteX6" fmla="*/ 203200 w 10972800"/>
              <a:gd name="connsiteY6" fmla="*/ 2209800 h 2209800"/>
              <a:gd name="connisteX7" fmla="*/ 0 w 10972800"/>
              <a:gd name="connsiteY7" fmla="*/ 2006600 h 2209800"/>
              <a:gd name="connisteX8" fmla="*/ 0 w 10972800"/>
              <a:gd name="connsiteY8" fmla="*/ 203200 h 2209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10972800" h="2209800">
                <a:moveTo>
                  <a:pt x="0" y="203200"/>
                </a:moveTo>
                <a:cubicBezTo>
                  <a:pt x="0" y="90976"/>
                  <a:pt x="90976" y="0"/>
                  <a:pt x="203200" y="0"/>
                </a:cubicBezTo>
                <a:lnTo>
                  <a:pt x="10769600" y="0"/>
                </a:lnTo>
                <a:cubicBezTo>
                  <a:pt x="10881824" y="0"/>
                  <a:pt x="10972800" y="90976"/>
                  <a:pt x="10972800" y="203200"/>
                </a:cubicBezTo>
                <a:lnTo>
                  <a:pt x="10972800" y="2006600"/>
                </a:lnTo>
                <a:cubicBezTo>
                  <a:pt x="10972800" y="2118824"/>
                  <a:pt x="10881824" y="2209800"/>
                  <a:pt x="10769600" y="2209800"/>
                </a:cubicBezTo>
                <a:lnTo>
                  <a:pt x="203200" y="2209800"/>
                </a:lnTo>
                <a:cubicBezTo>
                  <a:pt x="90976" y="2209800"/>
                  <a:pt x="0" y="2118824"/>
                  <a:pt x="0" y="2006600"/>
                </a:cubicBezTo>
                <a:lnTo>
                  <a:pt x="0" y="203200"/>
                </a:lnTo>
                <a:close/>
              </a:path>
            </a:pathLst>
          </a:custGeom>
          <a:gradFill>
            <a:gsLst>
              <a:gs pos="0">
                <a:schemeClr val="accent1">
                  <a:lumMod val="50000"/>
                </a:schemeClr>
              </a:gs>
              <a:gs pos="100000">
                <a:schemeClr val="accent1">
                  <a:lumMod val="50000"/>
                </a:schemeClr>
              </a:gs>
            </a:gsLst>
            <a:lin ang="5400000"/>
          </a:gradFill>
          <a:ln>
            <a:solidFill>
              <a:prstClr val="black">
                <a:alpha val="0"/>
              </a:prstClr>
            </a:solidFill>
            <a:prstDash val="solid"/>
          </a:ln>
        </p:spPr>
        <p:txBody>
          <a:bodyPr>
            <a:noAutofit/>
          </a:bodyPr>
          <a:lstStyle>
            <a:lvl1pPr marL="0" indent="0">
              <a:buNone/>
              <a:defRPr/>
            </a:lvl1pPr>
            <a:lvl2pPr>
              <a:buNone/>
              <a:defRPr/>
            </a:lvl2pPr>
            <a:lvl3pPr>
              <a:buNone/>
              <a:defRPr/>
            </a:lvl3pPr>
            <a:lvl4pPr>
              <a:buNone/>
              <a:defRPr/>
            </a:lvl4pPr>
            <a:lvl5pPr>
              <a:buNone/>
              <a:defRPr/>
            </a:lvl5pPr>
          </a:lstStyle>
          <a:p>
            <a:pPr lvl="0"/>
            <a:r>
              <a:rPr lang="zh-CN" altLang="en-US"/>
              <a:t> </a:t>
            </a:r>
          </a:p>
        </p:txBody>
      </p:sp>
      <p:sp>
        <p:nvSpPr>
          <p:cNvPr id="13" name="图片占位符 12"/>
          <p:cNvSpPr>
            <a:spLocks noGrp="1"/>
          </p:cNvSpPr>
          <p:nvPr>
            <p:ph type="pic" idx="16390" hasCustomPrompt="1"/>
            <p:custDataLst>
              <p:tags r:id="rId6"/>
            </p:custDataLst>
          </p:nvPr>
        </p:nvSpPr>
        <p:spPr>
          <a:xfrm>
            <a:off x="914400" y="2019300"/>
            <a:ext cx="1219200" cy="1219200"/>
          </a:xfrm>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14" name="文本占位符 13"/>
          <p:cNvSpPr>
            <a:spLocks noGrp="1"/>
          </p:cNvSpPr>
          <p:nvPr>
            <p:ph type="body" idx="16386" hasCustomPrompt="1"/>
            <p:custDataLst>
              <p:tags r:id="rId7"/>
            </p:custDataLst>
          </p:nvPr>
        </p:nvSpPr>
        <p:spPr>
          <a:xfrm>
            <a:off x="2438400" y="1917700"/>
            <a:ext cx="88392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Your item title here</a:t>
            </a:r>
          </a:p>
        </p:txBody>
      </p:sp>
      <p:sp>
        <p:nvSpPr>
          <p:cNvPr id="15" name="文本占位符 14"/>
          <p:cNvSpPr>
            <a:spLocks noGrp="1"/>
          </p:cNvSpPr>
          <p:nvPr>
            <p:ph type="body" idx="16387" hasCustomPrompt="1"/>
            <p:custDataLst>
              <p:tags r:id="rId8"/>
            </p:custDataLst>
          </p:nvPr>
        </p:nvSpPr>
        <p:spPr>
          <a:xfrm>
            <a:off x="2438400" y="2425700"/>
            <a:ext cx="8839200" cy="9144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Enter title text here</a:t>
            </a:r>
          </a:p>
        </p:txBody>
      </p:sp>
      <p:sp>
        <p:nvSpPr>
          <p:cNvPr id="16" name="装饰  5"/>
          <p:cNvSpPr>
            <a:spLocks noGrp="1"/>
          </p:cNvSpPr>
          <p:nvPr>
            <p:ph type="body" idx="16393" hasCustomPrompt="1"/>
            <p:custDataLst>
              <p:tags r:id="rId9"/>
            </p:custDataLst>
          </p:nvPr>
        </p:nvSpPr>
        <p:spPr>
          <a:xfrm>
            <a:off x="609600" y="4038600"/>
            <a:ext cx="10972800" cy="2209800"/>
          </a:xfrm>
          <a:custGeom>
            <a:avLst/>
            <a:gdLst>
              <a:gd name="connisteX0" fmla="*/ 0 w 10972800"/>
              <a:gd name="connsiteY0" fmla="*/ 203200 h 2209800"/>
              <a:gd name="connisteX1" fmla="*/ 203200 w 10972800"/>
              <a:gd name="connsiteY1" fmla="*/ 0 h 2209800"/>
              <a:gd name="connisteX2" fmla="*/ 10769600 w 10972800"/>
              <a:gd name="connsiteY2" fmla="*/ 0 h 2209800"/>
              <a:gd name="connisteX3" fmla="*/ 10972800 w 10972800"/>
              <a:gd name="connsiteY3" fmla="*/ 203200 h 2209800"/>
              <a:gd name="connisteX4" fmla="*/ 10972800 w 10972800"/>
              <a:gd name="connsiteY4" fmla="*/ 2006600 h 2209800"/>
              <a:gd name="connisteX5" fmla="*/ 10769600 w 10972800"/>
              <a:gd name="connsiteY5" fmla="*/ 2209800 h 2209800"/>
              <a:gd name="connisteX6" fmla="*/ 203200 w 10972800"/>
              <a:gd name="connsiteY6" fmla="*/ 2209800 h 2209800"/>
              <a:gd name="connisteX7" fmla="*/ 0 w 10972800"/>
              <a:gd name="connsiteY7" fmla="*/ 2006600 h 2209800"/>
              <a:gd name="connisteX8" fmla="*/ 0 w 10972800"/>
              <a:gd name="connsiteY8" fmla="*/ 203200 h 2209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10972800" h="2209800">
                <a:moveTo>
                  <a:pt x="0" y="203200"/>
                </a:moveTo>
                <a:cubicBezTo>
                  <a:pt x="0" y="90976"/>
                  <a:pt x="90976" y="0"/>
                  <a:pt x="203200" y="0"/>
                </a:cubicBezTo>
                <a:lnTo>
                  <a:pt x="10769600" y="0"/>
                </a:lnTo>
                <a:cubicBezTo>
                  <a:pt x="10881824" y="0"/>
                  <a:pt x="10972800" y="90976"/>
                  <a:pt x="10972800" y="203200"/>
                </a:cubicBezTo>
                <a:lnTo>
                  <a:pt x="10972800" y="2006600"/>
                </a:lnTo>
                <a:cubicBezTo>
                  <a:pt x="10972800" y="2118824"/>
                  <a:pt x="10881824" y="2209800"/>
                  <a:pt x="10769600" y="2209800"/>
                </a:cubicBezTo>
                <a:lnTo>
                  <a:pt x="203200" y="2209800"/>
                </a:lnTo>
                <a:cubicBezTo>
                  <a:pt x="90976" y="2209800"/>
                  <a:pt x="0" y="2118824"/>
                  <a:pt x="0" y="2006600"/>
                </a:cubicBezTo>
                <a:lnTo>
                  <a:pt x="0" y="203200"/>
                </a:lnTo>
                <a:close/>
              </a:path>
            </a:pathLst>
          </a:custGeom>
          <a:gradFill>
            <a:gsLst>
              <a:gs pos="0">
                <a:schemeClr val="accent1">
                  <a:lumMod val="50000"/>
                </a:schemeClr>
              </a:gs>
              <a:gs pos="100000">
                <a:schemeClr val="accent1">
                  <a:lumMod val="50000"/>
                </a:schemeClr>
              </a:gs>
            </a:gsLst>
            <a:lin ang="5400000"/>
          </a:gradFill>
          <a:ln>
            <a:solidFill>
              <a:prstClr val="black">
                <a:alpha val="0"/>
              </a:prstClr>
            </a:solidFill>
            <a:prstDash val="solid"/>
          </a:ln>
        </p:spPr>
        <p:txBody>
          <a:bodyPr>
            <a:noAutofit/>
          </a:bodyPr>
          <a:lstStyle>
            <a:lvl1pPr marL="0" indent="0">
              <a:buNone/>
              <a:defRPr/>
            </a:lvl1pPr>
            <a:lvl2pPr>
              <a:buNone/>
              <a:defRPr/>
            </a:lvl2pPr>
            <a:lvl3pPr>
              <a:buNone/>
              <a:defRPr/>
            </a:lvl3pPr>
            <a:lvl4pPr>
              <a:buNone/>
              <a:defRPr/>
            </a:lvl4pPr>
            <a:lvl5pPr>
              <a:buNone/>
              <a:defRPr/>
            </a:lvl5pPr>
          </a:lstStyle>
          <a:p>
            <a:pPr lvl="0"/>
            <a:r>
              <a:rPr lang="zh-CN" altLang="en-US"/>
              <a:t> </a:t>
            </a:r>
          </a:p>
        </p:txBody>
      </p:sp>
      <p:sp>
        <p:nvSpPr>
          <p:cNvPr id="17" name="图片占位符 16"/>
          <p:cNvSpPr>
            <a:spLocks noGrp="1"/>
          </p:cNvSpPr>
          <p:nvPr>
            <p:ph type="pic" idx="16392" hasCustomPrompt="1"/>
            <p:custDataLst>
              <p:tags r:id="rId10"/>
            </p:custDataLst>
          </p:nvPr>
        </p:nvSpPr>
        <p:spPr>
          <a:xfrm>
            <a:off x="914400" y="4533900"/>
            <a:ext cx="1219200" cy="1219200"/>
          </a:xfrm>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18" name="文本占位符 17"/>
          <p:cNvSpPr>
            <a:spLocks noGrp="1"/>
          </p:cNvSpPr>
          <p:nvPr>
            <p:ph type="body" idx="16388" hasCustomPrompt="1"/>
            <p:custDataLst>
              <p:tags r:id="rId11"/>
            </p:custDataLst>
          </p:nvPr>
        </p:nvSpPr>
        <p:spPr>
          <a:xfrm>
            <a:off x="2438400" y="4432300"/>
            <a:ext cx="88392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Your item title here</a:t>
            </a:r>
          </a:p>
        </p:txBody>
      </p:sp>
      <p:sp>
        <p:nvSpPr>
          <p:cNvPr id="19" name="文本占位符 18"/>
          <p:cNvSpPr>
            <a:spLocks noGrp="1"/>
          </p:cNvSpPr>
          <p:nvPr>
            <p:ph type="body" idx="16389" hasCustomPrompt="1"/>
            <p:custDataLst>
              <p:tags r:id="rId12"/>
            </p:custDataLst>
          </p:nvPr>
        </p:nvSpPr>
        <p:spPr>
          <a:xfrm>
            <a:off x="2438400" y="4940300"/>
            <a:ext cx="8839200" cy="9144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Enter title text here</a:t>
            </a:r>
          </a:p>
        </p:txBody>
      </p:sp>
    </p:spTree>
  </p:cSld>
  <p:clrMapOvr>
    <a:overrideClrMapping bg1="dk1" tx1="lt1" bg2="dk2" tx2="lt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t_Slide-35_12">
    <p:bg>
      <p:bgRef idx="1001">
        <a:schemeClr val="bg2"/>
      </p:bgRef>
    </p:bg>
    <p:spTree>
      <p:nvGrpSpPr>
        <p:cNvPr id="1" name=""/>
        <p:cNvGrpSpPr/>
        <p:nvPr/>
      </p:nvGrpSpPr>
      <p:grpSpPr>
        <a:xfrm>
          <a:off x="0" y="0"/>
          <a:ext cx="0" cy="0"/>
          <a:chOff x="0" y="0"/>
          <a:chExt cx="0" cy="0"/>
        </a:xfrm>
      </p:grpSpPr>
      <p:sp>
        <p:nvSpPr>
          <p:cNvPr id="8" name="日期占位符 3"/>
          <p:cNvSpPr>
            <a:spLocks noGrp="1"/>
          </p:cNvSpPr>
          <p:nvPr>
            <p:ph type="dt" sz="half" idx="10"/>
            <p:custDataLst>
              <p:tags r:id="rId1"/>
            </p:custDataLst>
          </p:nvPr>
        </p:nvSpPr>
        <p:spPr/>
        <p:txBody>
          <a:bodyPr/>
          <a:lstStyle/>
          <a:p>
            <a:fld id="{760FBDFE-C587-4B4C-A407-44438C67B59E}" type="datetimeFigureOut">
              <a:rPr lang="zh-CN" altLang="en-US" smtClean="0"/>
              <a:t>2026/7/9</a:t>
            </a:fld>
            <a:endParaRPr lang="zh-CN" altLang="en-US"/>
          </a:p>
        </p:txBody>
      </p:sp>
      <p:sp>
        <p:nvSpPr>
          <p:cNvPr id="9" name="页脚占位符 4"/>
          <p:cNvSpPr>
            <a:spLocks noGrp="1"/>
          </p:cNvSpPr>
          <p:nvPr>
            <p:ph type="ftr" sz="quarter" idx="11"/>
            <p:custDataLst>
              <p:tags r:id="rId2"/>
            </p:custDataLst>
          </p:nvPr>
        </p:nvSpPr>
        <p:spPr/>
        <p:txBody>
          <a:bodyPr/>
          <a:lstStyle/>
          <a:p>
            <a:endParaRPr lang="zh-CN" altLang="en-US"/>
          </a:p>
        </p:txBody>
      </p:sp>
      <p:sp>
        <p:nvSpPr>
          <p:cNvPr id="10" name="灯片编号占位符 5"/>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11" name="Title 10"/>
          <p:cNvSpPr>
            <a:spLocks noGrp="1"/>
          </p:cNvSpPr>
          <p:nvPr>
            <p:ph type="ctrTitle" idx="16385" hasCustomPrompt="1"/>
            <p:custDataLst>
              <p:tags r:id="rId4"/>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pPr lvl="0"/>
            <a:r>
              <a:rPr lang="zh-CN" altLang="en-US"/>
              <a:t>Your slide title here</a:t>
            </a:r>
          </a:p>
        </p:txBody>
      </p:sp>
      <p:sp>
        <p:nvSpPr>
          <p:cNvPr id="12" name="Text Placeholder 11"/>
          <p:cNvSpPr>
            <a:spLocks noGrp="1"/>
          </p:cNvSpPr>
          <p:nvPr>
            <p:ph type="body" idx="16388" hasCustomPrompt="1"/>
            <p:custDataLst>
              <p:tags r:id="rId5"/>
            </p:custDataLst>
          </p:nvPr>
        </p:nvSpPr>
        <p:spPr>
          <a:xfrm>
            <a:off x="628650" y="1676400"/>
            <a:ext cx="723900" cy="609600"/>
          </a:xfrm>
          <a:noFill/>
        </p:spPr>
        <p:txBody>
          <a:bodyPr wrap="none" lIns="0" tIns="0" rIns="0" bIns="0" anchor="ctr">
            <a:noAutofit/>
          </a:bodyPr>
          <a:lstStyle>
            <a:lvl1pPr marL="0" indent="0" algn="ctr">
              <a:lnSpc>
                <a:spcPct val="109000"/>
              </a:lnSpc>
              <a:spcBef>
                <a:spcPct val="0"/>
              </a:spcBef>
              <a:spcAft>
                <a:spcPct val="0"/>
              </a:spcAft>
              <a:buNone/>
              <a:defRPr sz="4800" b="0" spc="0">
                <a:solidFill>
                  <a:schemeClr val="accent1"/>
                </a:solidFill>
              </a:defRPr>
            </a:lvl1pPr>
          </a:lstStyle>
          <a:p>
            <a:pPr lvl="0"/>
            <a:r>
              <a:rPr lang="zh-CN" altLang="en-US"/>
              <a:t>01</a:t>
            </a:r>
          </a:p>
        </p:txBody>
      </p:sp>
      <p:sp>
        <p:nvSpPr>
          <p:cNvPr id="13" name="Text Placeholder 12"/>
          <p:cNvSpPr>
            <a:spLocks noGrp="1"/>
          </p:cNvSpPr>
          <p:nvPr>
            <p:ph type="body" idx="16386" hasCustomPrompt="1"/>
            <p:custDataLst>
              <p:tags r:id="rId6"/>
            </p:custDataLst>
          </p:nvPr>
        </p:nvSpPr>
        <p:spPr>
          <a:xfrm>
            <a:off x="1574800" y="1600200"/>
            <a:ext cx="100076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Your item title here</a:t>
            </a:r>
          </a:p>
        </p:txBody>
      </p:sp>
      <p:sp>
        <p:nvSpPr>
          <p:cNvPr id="14" name="Text Placeholder 13"/>
          <p:cNvSpPr>
            <a:spLocks noGrp="1"/>
          </p:cNvSpPr>
          <p:nvPr>
            <p:ph type="body" idx="16387" hasCustomPrompt="1"/>
            <p:custDataLst>
              <p:tags r:id="rId7"/>
            </p:custDataLst>
          </p:nvPr>
        </p:nvSpPr>
        <p:spPr>
          <a:xfrm>
            <a:off x="1574800" y="2057400"/>
            <a:ext cx="10007600" cy="15240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Enter title text here</a:t>
            </a:r>
          </a:p>
        </p:txBody>
      </p:sp>
      <p:sp>
        <p:nvSpPr>
          <p:cNvPr id="15" name="Text Placeholder 14"/>
          <p:cNvSpPr>
            <a:spLocks noGrp="1"/>
          </p:cNvSpPr>
          <p:nvPr>
            <p:ph type="body" idx="16391" hasCustomPrompt="1"/>
            <p:custDataLst>
              <p:tags r:id="rId8"/>
            </p:custDataLst>
          </p:nvPr>
        </p:nvSpPr>
        <p:spPr>
          <a:xfrm>
            <a:off x="628650" y="4267200"/>
            <a:ext cx="723900" cy="609600"/>
          </a:xfrm>
          <a:noFill/>
        </p:spPr>
        <p:txBody>
          <a:bodyPr wrap="none" lIns="0" tIns="0" rIns="0" bIns="0" anchor="ctr">
            <a:noAutofit/>
          </a:bodyPr>
          <a:lstStyle>
            <a:lvl1pPr marL="0" indent="0" algn="ctr">
              <a:lnSpc>
                <a:spcPct val="109000"/>
              </a:lnSpc>
              <a:spcBef>
                <a:spcPct val="0"/>
              </a:spcBef>
              <a:spcAft>
                <a:spcPct val="0"/>
              </a:spcAft>
              <a:buNone/>
              <a:defRPr sz="4800" b="0" spc="0">
                <a:solidFill>
                  <a:schemeClr val="accent1"/>
                </a:solidFill>
              </a:defRPr>
            </a:lvl1pPr>
          </a:lstStyle>
          <a:p>
            <a:pPr lvl="0"/>
            <a:r>
              <a:rPr lang="zh-CN" altLang="en-US"/>
              <a:t>02</a:t>
            </a:r>
          </a:p>
        </p:txBody>
      </p:sp>
      <p:sp>
        <p:nvSpPr>
          <p:cNvPr id="16" name="Text Placeholder 15"/>
          <p:cNvSpPr>
            <a:spLocks noGrp="1"/>
          </p:cNvSpPr>
          <p:nvPr>
            <p:ph type="body" idx="16389" hasCustomPrompt="1"/>
            <p:custDataLst>
              <p:tags r:id="rId9"/>
            </p:custDataLst>
          </p:nvPr>
        </p:nvSpPr>
        <p:spPr>
          <a:xfrm>
            <a:off x="1574800" y="4191000"/>
            <a:ext cx="100076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Your item title here</a:t>
            </a:r>
          </a:p>
        </p:txBody>
      </p:sp>
      <p:sp>
        <p:nvSpPr>
          <p:cNvPr id="17" name="Text Placeholder 16"/>
          <p:cNvSpPr>
            <a:spLocks noGrp="1"/>
          </p:cNvSpPr>
          <p:nvPr>
            <p:ph type="body" idx="16390" hasCustomPrompt="1"/>
            <p:custDataLst>
              <p:tags r:id="rId10"/>
            </p:custDataLst>
          </p:nvPr>
        </p:nvSpPr>
        <p:spPr>
          <a:xfrm>
            <a:off x="1574800" y="4648200"/>
            <a:ext cx="10007600" cy="15240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Enter title text here</a:t>
            </a:r>
          </a:p>
        </p:txBody>
      </p:sp>
    </p:spTree>
  </p:cSld>
  <p:clrMapOvr>
    <a:overrideClrMapping bg1="dk1" tx1="lt1" bg2="dk2" tx2="lt2" accent1="accent1" accent2="accent2" accent3="accent3" accent4="accent4" accent5="accent5" accent6="accent6" hlink="hlink" folHlink="folHlink"/>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t_Slide-10004_5">
    <p:bg>
      <p:bgRef idx="1001">
        <a:schemeClr val="bg2"/>
      </p:bgRef>
    </p:bg>
    <p:spTree>
      <p:nvGrpSpPr>
        <p:cNvPr id="1" name=""/>
        <p:cNvGrpSpPr/>
        <p:nvPr/>
      </p:nvGrpSpPr>
      <p:grpSpPr>
        <a:xfrm>
          <a:off x="0" y="0"/>
          <a:ext cx="0" cy="0"/>
          <a:chOff x="0" y="0"/>
          <a:chExt cx="0" cy="0"/>
        </a:xfrm>
      </p:grpSpPr>
      <p:sp>
        <p:nvSpPr>
          <p:cNvPr id="8" name="日期占位符 3"/>
          <p:cNvSpPr>
            <a:spLocks noGrp="1"/>
          </p:cNvSpPr>
          <p:nvPr>
            <p:ph type="dt" sz="half" idx="10"/>
            <p:custDataLst>
              <p:tags r:id="rId1"/>
            </p:custDataLst>
          </p:nvPr>
        </p:nvSpPr>
        <p:spPr/>
        <p:txBody>
          <a:bodyPr/>
          <a:lstStyle/>
          <a:p>
            <a:fld id="{760FBDFE-C587-4B4C-A407-44438C67B59E}" type="datetimeFigureOut">
              <a:rPr lang="zh-CN" altLang="en-US" smtClean="0"/>
              <a:t>2026/7/9</a:t>
            </a:fld>
            <a:endParaRPr lang="zh-CN" altLang="en-US"/>
          </a:p>
        </p:txBody>
      </p:sp>
      <p:sp>
        <p:nvSpPr>
          <p:cNvPr id="9" name="页脚占位符 4"/>
          <p:cNvSpPr>
            <a:spLocks noGrp="1"/>
          </p:cNvSpPr>
          <p:nvPr>
            <p:ph type="ftr" sz="quarter" idx="11"/>
            <p:custDataLst>
              <p:tags r:id="rId2"/>
            </p:custDataLst>
          </p:nvPr>
        </p:nvSpPr>
        <p:spPr/>
        <p:txBody>
          <a:bodyPr/>
          <a:lstStyle/>
          <a:p>
            <a:endParaRPr lang="zh-CN" altLang="en-US"/>
          </a:p>
        </p:txBody>
      </p:sp>
      <p:sp>
        <p:nvSpPr>
          <p:cNvPr id="10" name="灯片编号占位符 5"/>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11" name="Title 10"/>
          <p:cNvSpPr>
            <a:spLocks noGrp="1"/>
          </p:cNvSpPr>
          <p:nvPr>
            <p:ph type="ctrTitle" idx="16385" hasCustomPrompt="1"/>
            <p:custDataLst>
              <p:tags r:id="rId4"/>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pPr lvl="0"/>
            <a:r>
              <a:rPr lang="zh-CN" altLang="en-US"/>
              <a:t>Your slide title here</a:t>
            </a:r>
          </a:p>
        </p:txBody>
      </p:sp>
      <p:sp>
        <p:nvSpPr>
          <p:cNvPr id="12" name="装饰  1"/>
          <p:cNvSpPr>
            <a:spLocks noGrp="1"/>
          </p:cNvSpPr>
          <p:nvPr>
            <p:ph type="body" idx="16388" hasCustomPrompt="1"/>
            <p:custDataLst>
              <p:tags r:id="rId5"/>
            </p:custDataLst>
          </p:nvPr>
        </p:nvSpPr>
        <p:spPr>
          <a:xfrm>
            <a:off x="609600" y="1524000"/>
            <a:ext cx="10972800" cy="4724400"/>
          </a:xfrm>
          <a:custGeom>
            <a:avLst/>
            <a:gdLst>
              <a:gd name="connisteX0" fmla="*/ 0 w 10972800"/>
              <a:gd name="connsiteY0" fmla="*/ 203200 h 4724400"/>
              <a:gd name="connisteX1" fmla="*/ 203200 w 10972800"/>
              <a:gd name="connsiteY1" fmla="*/ 0 h 4724400"/>
              <a:gd name="connisteX2" fmla="*/ 10769600 w 10972800"/>
              <a:gd name="connsiteY2" fmla="*/ 0 h 4724400"/>
              <a:gd name="connisteX3" fmla="*/ 10972800 w 10972800"/>
              <a:gd name="connsiteY3" fmla="*/ 203200 h 4724400"/>
              <a:gd name="connisteX4" fmla="*/ 10972800 w 10972800"/>
              <a:gd name="connsiteY4" fmla="*/ 4521200 h 4724400"/>
              <a:gd name="connisteX5" fmla="*/ 10769600 w 10972800"/>
              <a:gd name="connsiteY5" fmla="*/ 4724400 h 4724400"/>
              <a:gd name="connisteX6" fmla="*/ 203200 w 10972800"/>
              <a:gd name="connsiteY6" fmla="*/ 4724400 h 4724400"/>
              <a:gd name="connisteX7" fmla="*/ 0 w 10972800"/>
              <a:gd name="connsiteY7" fmla="*/ 4521200 h 4724400"/>
              <a:gd name="connisteX8" fmla="*/ 0 w 10972800"/>
              <a:gd name="connsiteY8" fmla="*/ 203200 h 472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10972800" h="4724400">
                <a:moveTo>
                  <a:pt x="0" y="203200"/>
                </a:moveTo>
                <a:cubicBezTo>
                  <a:pt x="0" y="90976"/>
                  <a:pt x="90976" y="0"/>
                  <a:pt x="203200" y="0"/>
                </a:cubicBezTo>
                <a:lnTo>
                  <a:pt x="10769600" y="0"/>
                </a:lnTo>
                <a:cubicBezTo>
                  <a:pt x="10881824" y="0"/>
                  <a:pt x="10972800" y="90976"/>
                  <a:pt x="10972800" y="203200"/>
                </a:cubicBezTo>
                <a:lnTo>
                  <a:pt x="10972800" y="4521200"/>
                </a:lnTo>
                <a:cubicBezTo>
                  <a:pt x="10972800" y="4633424"/>
                  <a:pt x="10881824" y="4724400"/>
                  <a:pt x="10769600" y="4724400"/>
                </a:cubicBezTo>
                <a:lnTo>
                  <a:pt x="203200" y="4724400"/>
                </a:lnTo>
                <a:cubicBezTo>
                  <a:pt x="90976" y="4724400"/>
                  <a:pt x="0" y="4633424"/>
                  <a:pt x="0" y="4521200"/>
                </a:cubicBezTo>
                <a:lnTo>
                  <a:pt x="0" y="203200"/>
                </a:lnTo>
                <a:close/>
              </a:path>
            </a:pathLst>
          </a:custGeom>
          <a:gradFill>
            <a:gsLst>
              <a:gs pos="0">
                <a:schemeClr val="accent1">
                  <a:lumMod val="50000"/>
                </a:schemeClr>
              </a:gs>
              <a:gs pos="100000">
                <a:schemeClr val="accent1">
                  <a:lumMod val="50000"/>
                </a:schemeClr>
              </a:gs>
            </a:gsLst>
            <a:lin ang="5400000"/>
          </a:gradFill>
          <a:ln>
            <a:solidFill>
              <a:prstClr val="black">
                <a:alpha val="0"/>
              </a:prstClr>
            </a:solidFill>
            <a:prstDash val="solid"/>
          </a:ln>
        </p:spPr>
        <p:txBody>
          <a:bodyPr>
            <a:noAutofit/>
          </a:bodyPr>
          <a:lstStyle>
            <a:lvl1pPr marL="0" indent="0">
              <a:buNone/>
              <a:defRPr/>
            </a:lvl1pPr>
            <a:lvl2pPr>
              <a:buNone/>
              <a:defRPr/>
            </a:lvl2pPr>
            <a:lvl3pPr>
              <a:buNone/>
              <a:defRPr/>
            </a:lvl3pPr>
            <a:lvl4pPr>
              <a:buNone/>
              <a:defRPr/>
            </a:lvl4pPr>
            <a:lvl5pPr>
              <a:buNone/>
              <a:defRPr/>
            </a:lvl5pPr>
          </a:lstStyle>
          <a:p>
            <a:pPr lvl="0"/>
            <a:r>
              <a:rPr lang="zh-CN" altLang="en-US"/>
              <a:t> </a:t>
            </a:r>
          </a:p>
        </p:txBody>
      </p:sp>
      <p:sp>
        <p:nvSpPr>
          <p:cNvPr id="13" name="Text Placeholder 12"/>
          <p:cNvSpPr>
            <a:spLocks noGrp="1"/>
          </p:cNvSpPr>
          <p:nvPr>
            <p:ph type="body" idx="16386" hasCustomPrompt="1"/>
            <p:custDataLst>
              <p:tags r:id="rId6"/>
            </p:custDataLst>
          </p:nvPr>
        </p:nvSpPr>
        <p:spPr>
          <a:xfrm>
            <a:off x="914400" y="2082800"/>
            <a:ext cx="103632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Your item title here</a:t>
            </a:r>
          </a:p>
        </p:txBody>
      </p:sp>
      <p:sp>
        <p:nvSpPr>
          <p:cNvPr id="14" name="Text Placeholder 13"/>
          <p:cNvSpPr>
            <a:spLocks noGrp="1"/>
          </p:cNvSpPr>
          <p:nvPr>
            <p:ph type="body" idx="16387" hasCustomPrompt="1"/>
            <p:custDataLst>
              <p:tags r:id="rId7"/>
            </p:custDataLst>
          </p:nvPr>
        </p:nvSpPr>
        <p:spPr>
          <a:xfrm>
            <a:off x="914400" y="2641600"/>
            <a:ext cx="10363200" cy="30480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Enter text here</a:t>
            </a:r>
          </a:p>
        </p:txBody>
      </p:sp>
    </p:spTree>
  </p:cSld>
  <p:clrMapOvr>
    <a:overrideClrMapping bg1="dk1" tx1="lt1" bg2="dk2" tx2="lt2" accent1="accent1" accent2="accent2" accent3="accent3" accent4="accent4" accent5="accent5" accent6="accent6" hlink="hlink" folHlink="folHlink"/>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_Slide-10003_10">
    <p:bg>
      <p:bgRef idx="1001">
        <a:schemeClr val="bg2"/>
      </p:bgRef>
    </p:bg>
    <p:spTree>
      <p:nvGrpSpPr>
        <p:cNvPr id="1" name=""/>
        <p:cNvGrpSpPr/>
        <p:nvPr/>
      </p:nvGrpSpPr>
      <p:grpSpPr>
        <a:xfrm>
          <a:off x="0" y="0"/>
          <a:ext cx="0" cy="0"/>
          <a:chOff x="0" y="0"/>
          <a:chExt cx="0" cy="0"/>
        </a:xfrm>
      </p:grpSpPr>
      <p:sp>
        <p:nvSpPr>
          <p:cNvPr id="8" name="日期占位符 3"/>
          <p:cNvSpPr>
            <a:spLocks noGrp="1"/>
          </p:cNvSpPr>
          <p:nvPr>
            <p:ph type="dt" sz="half" idx="10"/>
            <p:custDataLst>
              <p:tags r:id="rId1"/>
            </p:custDataLst>
          </p:nvPr>
        </p:nvSpPr>
        <p:spPr/>
        <p:txBody>
          <a:bodyPr/>
          <a:lstStyle/>
          <a:p>
            <a:fld id="{760FBDFE-C587-4B4C-A407-44438C67B59E}" type="datetimeFigureOut">
              <a:rPr lang="zh-CN" altLang="en-US" smtClean="0"/>
              <a:t>2026/7/9</a:t>
            </a:fld>
            <a:endParaRPr lang="zh-CN" altLang="en-US"/>
          </a:p>
        </p:txBody>
      </p:sp>
      <p:sp>
        <p:nvSpPr>
          <p:cNvPr id="9" name="页脚占位符 4"/>
          <p:cNvSpPr>
            <a:spLocks noGrp="1"/>
          </p:cNvSpPr>
          <p:nvPr>
            <p:ph type="ftr" sz="quarter" idx="11"/>
            <p:custDataLst>
              <p:tags r:id="rId2"/>
            </p:custDataLst>
          </p:nvPr>
        </p:nvSpPr>
        <p:spPr/>
        <p:txBody>
          <a:bodyPr/>
          <a:lstStyle/>
          <a:p>
            <a:endParaRPr lang="zh-CN" altLang="en-US"/>
          </a:p>
        </p:txBody>
      </p:sp>
      <p:sp>
        <p:nvSpPr>
          <p:cNvPr id="10" name="灯片编号占位符 5"/>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11" name="Title 10"/>
          <p:cNvSpPr>
            <a:spLocks noGrp="1"/>
          </p:cNvSpPr>
          <p:nvPr>
            <p:ph type="ctrTitle" idx="16385" hasCustomPrompt="1"/>
            <p:custDataLst>
              <p:tags r:id="rId4"/>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pPr lvl="0"/>
            <a:r>
              <a:t>Your slide title here</a:t>
            </a:r>
          </a:p>
        </p:txBody>
      </p:sp>
      <p:sp>
        <p:nvSpPr>
          <p:cNvPr id="12" name="Text Placeholder 11"/>
          <p:cNvSpPr>
            <a:spLocks noGrp="1"/>
          </p:cNvSpPr>
          <p:nvPr>
            <p:ph type="body" idx="16386" hasCustomPrompt="1"/>
            <p:custDataLst>
              <p:tags r:id="rId5"/>
            </p:custDataLst>
          </p:nvPr>
        </p:nvSpPr>
        <p:spPr>
          <a:xfrm>
            <a:off x="609600" y="1727200"/>
            <a:ext cx="5334000" cy="406400"/>
          </a:xfrm>
          <a:noFill/>
        </p:spPr>
        <p:txBody>
          <a:bodyPr lIns="0" tIns="0" rIns="0" bIns="0" anchor="t">
            <a:normAutofit/>
          </a:bodyPr>
          <a:lstStyle>
            <a:lvl1pPr marL="0" indent="0" algn="ctr">
              <a:lnSpc>
                <a:spcPct val="111000"/>
              </a:lnSpc>
              <a:buNone/>
              <a:defRPr sz="2400" b="0" spc="0">
                <a:solidFill>
                  <a:schemeClr val="tx1"/>
                </a:solidFill>
              </a:defRPr>
            </a:lvl1pPr>
            <a:lvl5pPr marL="0" indent="0" algn="ctr">
              <a:lnSpc>
                <a:spcPct val="111000"/>
              </a:lnSpc>
              <a:spcBef>
                <a:spcPct val="0"/>
              </a:spcBef>
              <a:spcAft>
                <a:spcPct val="0"/>
              </a:spcAft>
              <a:buNone/>
              <a:defRPr/>
            </a:lvl5pPr>
          </a:lstStyle>
          <a:p>
            <a:pPr lvl="0"/>
            <a:r>
              <a:rPr lang="zh-CN" altLang="en-US"/>
              <a:t>Item title here</a:t>
            </a:r>
          </a:p>
        </p:txBody>
      </p:sp>
      <p:sp>
        <p:nvSpPr>
          <p:cNvPr id="13" name="装饰  2"/>
          <p:cNvSpPr>
            <a:spLocks noGrp="1"/>
          </p:cNvSpPr>
          <p:nvPr>
            <p:ph type="body" idx="16390" hasCustomPrompt="1"/>
            <p:custDataLst>
              <p:tags r:id="rId6"/>
            </p:custDataLst>
          </p:nvPr>
        </p:nvSpPr>
        <p:spPr>
          <a:xfrm>
            <a:off x="609600" y="2286000"/>
            <a:ext cx="5334000" cy="3759200"/>
          </a:xfrm>
          <a:custGeom>
            <a:avLst/>
            <a:gdLst>
              <a:gd name="connisteX0" fmla="*/ 0 w 5334000"/>
              <a:gd name="connsiteY0" fmla="*/ 203200 h 3759200"/>
              <a:gd name="connisteX1" fmla="*/ 203200 w 5334000"/>
              <a:gd name="connsiteY1" fmla="*/ 0 h 3759200"/>
              <a:gd name="connisteX2" fmla="*/ 5130800 w 5334000"/>
              <a:gd name="connsiteY2" fmla="*/ 0 h 3759200"/>
              <a:gd name="connisteX3" fmla="*/ 5334000 w 5334000"/>
              <a:gd name="connsiteY3" fmla="*/ 203200 h 3759200"/>
              <a:gd name="connisteX4" fmla="*/ 5334000 w 5334000"/>
              <a:gd name="connsiteY4" fmla="*/ 3556000 h 3759200"/>
              <a:gd name="connisteX5" fmla="*/ 5130800 w 5334000"/>
              <a:gd name="connsiteY5" fmla="*/ 3759200 h 3759200"/>
              <a:gd name="connisteX6" fmla="*/ 203200 w 5334000"/>
              <a:gd name="connsiteY6" fmla="*/ 3759200 h 3759200"/>
              <a:gd name="connisteX7" fmla="*/ 0 w 5334000"/>
              <a:gd name="connsiteY7" fmla="*/ 3556000 h 3759200"/>
              <a:gd name="connisteX8" fmla="*/ 0 w 5334000"/>
              <a:gd name="connsiteY8" fmla="*/ 203200 h 3759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5334000" h="3759200">
                <a:moveTo>
                  <a:pt x="0" y="203200"/>
                </a:moveTo>
                <a:cubicBezTo>
                  <a:pt x="0" y="90976"/>
                  <a:pt x="90976" y="0"/>
                  <a:pt x="203200" y="0"/>
                </a:cubicBezTo>
                <a:lnTo>
                  <a:pt x="5130800" y="0"/>
                </a:lnTo>
                <a:cubicBezTo>
                  <a:pt x="5243024" y="0"/>
                  <a:pt x="5334000" y="90976"/>
                  <a:pt x="5334000" y="203200"/>
                </a:cubicBezTo>
                <a:lnTo>
                  <a:pt x="5334000" y="3556000"/>
                </a:lnTo>
                <a:cubicBezTo>
                  <a:pt x="5334000" y="3668224"/>
                  <a:pt x="5243024" y="3759200"/>
                  <a:pt x="5130800" y="3759200"/>
                </a:cubicBezTo>
                <a:lnTo>
                  <a:pt x="203200" y="3759200"/>
                </a:lnTo>
                <a:cubicBezTo>
                  <a:pt x="90976" y="3759200"/>
                  <a:pt x="0" y="3668224"/>
                  <a:pt x="0" y="3556000"/>
                </a:cubicBezTo>
                <a:lnTo>
                  <a:pt x="0" y="203200"/>
                </a:lnTo>
                <a:close/>
              </a:path>
            </a:pathLst>
          </a:custGeom>
          <a:gradFill>
            <a:gsLst>
              <a:gs pos="0">
                <a:schemeClr val="accent1">
                  <a:lumMod val="50000"/>
                </a:schemeClr>
              </a:gs>
              <a:gs pos="100000">
                <a:schemeClr val="accent1">
                  <a:lumMod val="5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marL="0" indent="0">
              <a:buNone/>
              <a:defRPr/>
            </a:lvl5pPr>
          </a:lstStyle>
          <a:p>
            <a:pPr lvl="4"/>
            <a:r>
              <a:rPr lang="zh-CN" altLang="en-US"/>
              <a:t> </a:t>
            </a:r>
          </a:p>
        </p:txBody>
      </p:sp>
      <p:sp>
        <p:nvSpPr>
          <p:cNvPr id="14" name="Text Placeholder 13"/>
          <p:cNvSpPr>
            <a:spLocks noGrp="1"/>
          </p:cNvSpPr>
          <p:nvPr>
            <p:ph type="body" idx="16387" hasCustomPrompt="1"/>
            <p:custDataLst>
              <p:tags r:id="rId7"/>
            </p:custDataLst>
          </p:nvPr>
        </p:nvSpPr>
        <p:spPr>
          <a:xfrm>
            <a:off x="914400" y="2946400"/>
            <a:ext cx="4724400" cy="2438400"/>
          </a:xfrm>
          <a:noFill/>
        </p:spPr>
        <p:txBody>
          <a:bodyPr lIns="0" tIns="0" rIns="0" bIns="0" anchor="t">
            <a:normAutofit/>
          </a:bodyPr>
          <a:lstStyle>
            <a:lvl1pPr marL="0" indent="0" algn="l">
              <a:lnSpc>
                <a:spcPct val="125000"/>
              </a:lnSpc>
              <a:buNone/>
              <a:defRPr sz="1600" b="0" spc="0">
                <a:solidFill>
                  <a:schemeClr val="tx1"/>
                </a:solidFill>
              </a:defRPr>
            </a:lvl1pPr>
            <a:lvl5pPr marL="0" indent="0" algn="l">
              <a:lnSpc>
                <a:spcPct val="125000"/>
              </a:lnSpc>
              <a:spcBef>
                <a:spcPct val="0"/>
              </a:spcBef>
              <a:spcAft>
                <a:spcPct val="0"/>
              </a:spcAft>
              <a:buNone/>
              <a:defRPr/>
            </a:lvl5pPr>
          </a:lstStyle>
          <a:p>
            <a:pPr lvl="0"/>
            <a:r>
              <a:rPr lang="zh-CN" altLang="en-US"/>
              <a:t>Enter title text here</a:t>
            </a:r>
          </a:p>
        </p:txBody>
      </p:sp>
      <p:sp>
        <p:nvSpPr>
          <p:cNvPr id="15" name="Text Placeholder 14"/>
          <p:cNvSpPr>
            <a:spLocks noGrp="1"/>
          </p:cNvSpPr>
          <p:nvPr>
            <p:ph type="body" idx="16388" hasCustomPrompt="1"/>
            <p:custDataLst>
              <p:tags r:id="rId8"/>
            </p:custDataLst>
          </p:nvPr>
        </p:nvSpPr>
        <p:spPr>
          <a:xfrm>
            <a:off x="6248400" y="1727200"/>
            <a:ext cx="5334000" cy="406400"/>
          </a:xfrm>
          <a:noFill/>
        </p:spPr>
        <p:txBody>
          <a:bodyPr lIns="0" tIns="0" rIns="0" bIns="0" anchor="t">
            <a:normAutofit/>
          </a:bodyPr>
          <a:lstStyle>
            <a:lvl1pPr marL="0" indent="0" algn="ctr">
              <a:lnSpc>
                <a:spcPct val="111000"/>
              </a:lnSpc>
              <a:buNone/>
              <a:defRPr sz="2400" b="0" spc="0">
                <a:solidFill>
                  <a:schemeClr val="tx1"/>
                </a:solidFill>
              </a:defRPr>
            </a:lvl1pPr>
            <a:lvl5pPr marL="0" indent="0" algn="ctr">
              <a:lnSpc>
                <a:spcPct val="111000"/>
              </a:lnSpc>
              <a:spcBef>
                <a:spcPct val="0"/>
              </a:spcBef>
              <a:spcAft>
                <a:spcPct val="0"/>
              </a:spcAft>
              <a:buNone/>
              <a:defRPr/>
            </a:lvl5pPr>
          </a:lstStyle>
          <a:p>
            <a:pPr lvl="0"/>
            <a:r>
              <a:rPr lang="zh-CN" altLang="en-US"/>
              <a:t>Item title here</a:t>
            </a:r>
          </a:p>
        </p:txBody>
      </p:sp>
      <p:sp>
        <p:nvSpPr>
          <p:cNvPr id="16" name="装饰  5"/>
          <p:cNvSpPr>
            <a:spLocks noGrp="1"/>
          </p:cNvSpPr>
          <p:nvPr>
            <p:ph type="body" idx="16391" hasCustomPrompt="1"/>
            <p:custDataLst>
              <p:tags r:id="rId9"/>
            </p:custDataLst>
          </p:nvPr>
        </p:nvSpPr>
        <p:spPr>
          <a:xfrm>
            <a:off x="6248400" y="2286000"/>
            <a:ext cx="5334000" cy="3759200"/>
          </a:xfrm>
          <a:custGeom>
            <a:avLst/>
            <a:gdLst>
              <a:gd name="connisteX0" fmla="*/ 0 w 5334000"/>
              <a:gd name="connsiteY0" fmla="*/ 203200 h 3759200"/>
              <a:gd name="connisteX1" fmla="*/ 203200 w 5334000"/>
              <a:gd name="connsiteY1" fmla="*/ 0 h 3759200"/>
              <a:gd name="connisteX2" fmla="*/ 5130800 w 5334000"/>
              <a:gd name="connsiteY2" fmla="*/ 0 h 3759200"/>
              <a:gd name="connisteX3" fmla="*/ 5334000 w 5334000"/>
              <a:gd name="connsiteY3" fmla="*/ 203200 h 3759200"/>
              <a:gd name="connisteX4" fmla="*/ 5334000 w 5334000"/>
              <a:gd name="connsiteY4" fmla="*/ 3556000 h 3759200"/>
              <a:gd name="connisteX5" fmla="*/ 5130800 w 5334000"/>
              <a:gd name="connsiteY5" fmla="*/ 3759200 h 3759200"/>
              <a:gd name="connisteX6" fmla="*/ 203200 w 5334000"/>
              <a:gd name="connsiteY6" fmla="*/ 3759200 h 3759200"/>
              <a:gd name="connisteX7" fmla="*/ 0 w 5334000"/>
              <a:gd name="connsiteY7" fmla="*/ 3556000 h 3759200"/>
              <a:gd name="connisteX8" fmla="*/ 0 w 5334000"/>
              <a:gd name="connsiteY8" fmla="*/ 203200 h 3759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5334000" h="3759200">
                <a:moveTo>
                  <a:pt x="0" y="203200"/>
                </a:moveTo>
                <a:cubicBezTo>
                  <a:pt x="0" y="90976"/>
                  <a:pt x="90976" y="0"/>
                  <a:pt x="203200" y="0"/>
                </a:cubicBezTo>
                <a:lnTo>
                  <a:pt x="5130800" y="0"/>
                </a:lnTo>
                <a:cubicBezTo>
                  <a:pt x="5243024" y="0"/>
                  <a:pt x="5334000" y="90976"/>
                  <a:pt x="5334000" y="203200"/>
                </a:cubicBezTo>
                <a:lnTo>
                  <a:pt x="5334000" y="3556000"/>
                </a:lnTo>
                <a:cubicBezTo>
                  <a:pt x="5334000" y="3668224"/>
                  <a:pt x="5243024" y="3759200"/>
                  <a:pt x="5130800" y="3759200"/>
                </a:cubicBezTo>
                <a:lnTo>
                  <a:pt x="203200" y="3759200"/>
                </a:lnTo>
                <a:cubicBezTo>
                  <a:pt x="90976" y="3759200"/>
                  <a:pt x="0" y="3668224"/>
                  <a:pt x="0" y="3556000"/>
                </a:cubicBezTo>
                <a:lnTo>
                  <a:pt x="0" y="203200"/>
                </a:lnTo>
                <a:close/>
              </a:path>
            </a:pathLst>
          </a:custGeom>
          <a:gradFill>
            <a:gsLst>
              <a:gs pos="0">
                <a:schemeClr val="accent1">
                  <a:lumMod val="50000"/>
                </a:schemeClr>
              </a:gs>
              <a:gs pos="100000">
                <a:schemeClr val="accent1">
                  <a:lumMod val="5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marL="0" indent="0">
              <a:buNone/>
              <a:defRPr/>
            </a:lvl5pPr>
          </a:lstStyle>
          <a:p>
            <a:pPr lvl="4"/>
            <a:r>
              <a:rPr lang="zh-CN" altLang="en-US"/>
              <a:t> </a:t>
            </a:r>
          </a:p>
        </p:txBody>
      </p:sp>
      <p:sp>
        <p:nvSpPr>
          <p:cNvPr id="17" name="Text Placeholder 16"/>
          <p:cNvSpPr>
            <a:spLocks noGrp="1"/>
          </p:cNvSpPr>
          <p:nvPr>
            <p:ph type="body" idx="16389" hasCustomPrompt="1"/>
            <p:custDataLst>
              <p:tags r:id="rId10"/>
            </p:custDataLst>
          </p:nvPr>
        </p:nvSpPr>
        <p:spPr>
          <a:xfrm>
            <a:off x="6553200" y="2946400"/>
            <a:ext cx="4724400" cy="2438400"/>
          </a:xfrm>
          <a:noFill/>
        </p:spPr>
        <p:txBody>
          <a:bodyPr lIns="0" tIns="0" rIns="0" bIns="0" anchor="t">
            <a:normAutofit/>
          </a:bodyPr>
          <a:lstStyle>
            <a:lvl1pPr marL="0" indent="0" algn="l">
              <a:lnSpc>
                <a:spcPct val="125000"/>
              </a:lnSpc>
              <a:buNone/>
              <a:defRPr sz="1600" b="0" spc="0">
                <a:solidFill>
                  <a:schemeClr val="tx1"/>
                </a:solidFill>
              </a:defRPr>
            </a:lvl1pPr>
            <a:lvl5pPr marL="0" indent="0" algn="l">
              <a:lnSpc>
                <a:spcPct val="125000"/>
              </a:lnSpc>
              <a:spcBef>
                <a:spcPct val="0"/>
              </a:spcBef>
              <a:spcAft>
                <a:spcPct val="0"/>
              </a:spcAft>
              <a:buNone/>
              <a:defRPr/>
            </a:lvl5pPr>
          </a:lstStyle>
          <a:p>
            <a:pPr lvl="0"/>
            <a:r>
              <a:rPr lang="zh-CN" altLang="en-US"/>
              <a:t>Enter title text here</a:t>
            </a:r>
          </a:p>
        </p:txBody>
      </p:sp>
    </p:spTree>
  </p:cSld>
  <p:clrMapOvr>
    <a:overrideClrMapping bg1="dk1" tx1="lt1" bg2="dk2" tx2="lt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ent_Slide-3_19">
    <p:bg>
      <p:bgRef idx="1001">
        <a:schemeClr val="bg2"/>
      </p:bgRef>
    </p:bg>
    <p:spTree>
      <p:nvGrpSpPr>
        <p:cNvPr id="1" name=""/>
        <p:cNvGrpSpPr/>
        <p:nvPr/>
      </p:nvGrpSpPr>
      <p:grpSpPr>
        <a:xfrm>
          <a:off x="0" y="0"/>
          <a:ext cx="0" cy="0"/>
          <a:chOff x="0" y="0"/>
          <a:chExt cx="0" cy="0"/>
        </a:xfrm>
      </p:grpSpPr>
      <p:sp>
        <p:nvSpPr>
          <p:cNvPr id="8" name="日期占位符 3"/>
          <p:cNvSpPr>
            <a:spLocks noGrp="1"/>
          </p:cNvSpPr>
          <p:nvPr>
            <p:ph type="dt" sz="half" idx="10"/>
            <p:custDataLst>
              <p:tags r:id="rId1"/>
            </p:custDataLst>
          </p:nvPr>
        </p:nvSpPr>
        <p:spPr/>
        <p:txBody>
          <a:bodyPr/>
          <a:lstStyle/>
          <a:p>
            <a:fld id="{760FBDFE-C587-4B4C-A407-44438C67B59E}" type="datetimeFigureOut">
              <a:rPr lang="zh-CN" altLang="en-US" smtClean="0"/>
              <a:t>2026/7/9</a:t>
            </a:fld>
            <a:endParaRPr lang="zh-CN" altLang="en-US"/>
          </a:p>
        </p:txBody>
      </p:sp>
      <p:sp>
        <p:nvSpPr>
          <p:cNvPr id="9" name="页脚占位符 4"/>
          <p:cNvSpPr>
            <a:spLocks noGrp="1"/>
          </p:cNvSpPr>
          <p:nvPr>
            <p:ph type="ftr" sz="quarter" idx="11"/>
            <p:custDataLst>
              <p:tags r:id="rId2"/>
            </p:custDataLst>
          </p:nvPr>
        </p:nvSpPr>
        <p:spPr/>
        <p:txBody>
          <a:bodyPr/>
          <a:lstStyle/>
          <a:p>
            <a:endParaRPr lang="zh-CN" altLang="en-US"/>
          </a:p>
        </p:txBody>
      </p:sp>
      <p:sp>
        <p:nvSpPr>
          <p:cNvPr id="10" name="灯片编号占位符 5"/>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11" name="Title 10"/>
          <p:cNvSpPr>
            <a:spLocks noGrp="1"/>
          </p:cNvSpPr>
          <p:nvPr>
            <p:ph type="ctrTitle" idx="16385" hasCustomPrompt="1"/>
            <p:custDataLst>
              <p:tags r:id="rId4"/>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pPr lvl="0"/>
            <a:r>
              <a:rPr lang="zh-CN" altLang="en-US"/>
              <a:t>Your slide title here</a:t>
            </a:r>
          </a:p>
        </p:txBody>
      </p:sp>
      <p:sp>
        <p:nvSpPr>
          <p:cNvPr id="12" name="装饰  1"/>
          <p:cNvSpPr>
            <a:spLocks noGrp="1"/>
          </p:cNvSpPr>
          <p:nvPr>
            <p:ph type="body" idx="16393" hasCustomPrompt="1"/>
            <p:custDataLst>
              <p:tags r:id="rId5"/>
            </p:custDataLst>
          </p:nvPr>
        </p:nvSpPr>
        <p:spPr>
          <a:xfrm>
            <a:off x="609600" y="1701800"/>
            <a:ext cx="914400" cy="914400"/>
          </a:xfrm>
          <a:custGeom>
            <a:avLst/>
            <a:gdLst>
              <a:gd name="connisteX0" fmla="*/ 0 w 914400"/>
              <a:gd name="connsiteY0" fmla="*/ 457200 h 914400"/>
              <a:gd name="connisteX1" fmla="*/ 457200 w 914400"/>
              <a:gd name="connsiteY1" fmla="*/ 0 h 914400"/>
              <a:gd name="connisteX2" fmla="*/ 457200 w 914400"/>
              <a:gd name="connsiteY2" fmla="*/ 0 h 914400"/>
              <a:gd name="connisteX3" fmla="*/ 914400 w 914400"/>
              <a:gd name="connsiteY3" fmla="*/ 457200 h 914400"/>
              <a:gd name="connisteX4" fmla="*/ 914400 w 914400"/>
              <a:gd name="connsiteY4" fmla="*/ 457200 h 914400"/>
              <a:gd name="connisteX5" fmla="*/ 457200 w 914400"/>
              <a:gd name="connsiteY5" fmla="*/ 914400 h 914400"/>
              <a:gd name="connisteX6" fmla="*/ 457200 w 914400"/>
              <a:gd name="connsiteY6" fmla="*/ 914400 h 914400"/>
              <a:gd name="connisteX7" fmla="*/ 0 w 914400"/>
              <a:gd name="connsiteY7" fmla="*/ 457200 h 914400"/>
              <a:gd name="connisteX8" fmla="*/ 0 w 914400"/>
              <a:gd name="connsiteY8" fmla="*/ 457200 h 91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914400" h="914400">
                <a:moveTo>
                  <a:pt x="0" y="457200"/>
                </a:moveTo>
                <a:cubicBezTo>
                  <a:pt x="0" y="204695"/>
                  <a:pt x="204695" y="0"/>
                  <a:pt x="457200" y="0"/>
                </a:cubicBezTo>
                <a:lnTo>
                  <a:pt x="457200" y="0"/>
                </a:lnTo>
                <a:cubicBezTo>
                  <a:pt x="709705" y="0"/>
                  <a:pt x="914400" y="204695"/>
                  <a:pt x="914400" y="457200"/>
                </a:cubicBezTo>
                <a:lnTo>
                  <a:pt x="914400" y="457200"/>
                </a:lnTo>
                <a:cubicBezTo>
                  <a:pt x="914400" y="709705"/>
                  <a:pt x="709705" y="914400"/>
                  <a:pt x="457200" y="914400"/>
                </a:cubicBezTo>
                <a:lnTo>
                  <a:pt x="457200" y="914400"/>
                </a:lnTo>
                <a:cubicBezTo>
                  <a:pt x="204695" y="914400"/>
                  <a:pt x="0" y="709705"/>
                  <a:pt x="0" y="457200"/>
                </a:cubicBezTo>
                <a:lnTo>
                  <a:pt x="0" y="457200"/>
                </a:lnTo>
                <a:close/>
              </a:path>
            </a:pathLst>
          </a:custGeom>
          <a:solidFill>
            <a:schemeClr val="accent1"/>
          </a:solidFill>
          <a:ln>
            <a:solidFill>
              <a:prstClr val="black">
                <a:alpha val="0"/>
              </a:prstClr>
            </a:solidFill>
            <a:prstDash val="solid"/>
          </a:ln>
        </p:spPr>
        <p:txBody>
          <a:bodyPr>
            <a:noAutofit/>
          </a:bodyPr>
          <a:lstStyle>
            <a:lvl1pPr marL="0" indent="0">
              <a:buNone/>
              <a:defRPr/>
            </a:lvl1pPr>
            <a:lvl2pPr>
              <a:buNone/>
              <a:defRPr/>
            </a:lvl2pPr>
            <a:lvl3pPr>
              <a:buNone/>
              <a:defRPr/>
            </a:lvl3pPr>
            <a:lvl4pPr>
              <a:buNone/>
              <a:defRPr/>
            </a:lvl4pPr>
            <a:lvl5pPr>
              <a:buNone/>
              <a:defRPr/>
            </a:lvl5pPr>
          </a:lstStyle>
          <a:p>
            <a:pPr lvl="0"/>
            <a:r>
              <a:rPr lang="zh-CN" altLang="en-US"/>
              <a:t> </a:t>
            </a:r>
          </a:p>
        </p:txBody>
      </p:sp>
      <p:sp>
        <p:nvSpPr>
          <p:cNvPr id="13" name="Picture Placeholder 12"/>
          <p:cNvSpPr>
            <a:spLocks noGrp="1"/>
          </p:cNvSpPr>
          <p:nvPr>
            <p:ph type="pic" idx="16392" hasCustomPrompt="1"/>
            <p:custDataLst>
              <p:tags r:id="rId6"/>
            </p:custDataLst>
          </p:nvPr>
        </p:nvSpPr>
        <p:spPr>
          <a:xfrm>
            <a:off x="822960" y="1915160"/>
            <a:ext cx="487680" cy="487680"/>
          </a:xfrm>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14" name="Text Placeholder 13"/>
          <p:cNvSpPr>
            <a:spLocks noGrp="1"/>
          </p:cNvSpPr>
          <p:nvPr>
            <p:ph type="body" idx="16386" hasCustomPrompt="1"/>
            <p:custDataLst>
              <p:tags r:id="rId7"/>
            </p:custDataLst>
          </p:nvPr>
        </p:nvSpPr>
        <p:spPr>
          <a:xfrm>
            <a:off x="1778000" y="1600200"/>
            <a:ext cx="98044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Your item title here</a:t>
            </a:r>
          </a:p>
        </p:txBody>
      </p:sp>
      <p:sp>
        <p:nvSpPr>
          <p:cNvPr id="15" name="Text Placeholder 14"/>
          <p:cNvSpPr>
            <a:spLocks noGrp="1"/>
          </p:cNvSpPr>
          <p:nvPr>
            <p:ph type="body" idx="16387" hasCustomPrompt="1"/>
            <p:custDataLst>
              <p:tags r:id="rId8"/>
            </p:custDataLst>
          </p:nvPr>
        </p:nvSpPr>
        <p:spPr>
          <a:xfrm>
            <a:off x="1778000" y="2108200"/>
            <a:ext cx="9804400" cy="609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Enter title text here</a:t>
            </a:r>
          </a:p>
        </p:txBody>
      </p:sp>
      <p:sp>
        <p:nvSpPr>
          <p:cNvPr id="16" name="装饰  5"/>
          <p:cNvSpPr>
            <a:spLocks noGrp="1"/>
          </p:cNvSpPr>
          <p:nvPr>
            <p:ph type="body" idx="16395" hasCustomPrompt="1"/>
            <p:custDataLst>
              <p:tags r:id="rId9"/>
            </p:custDataLst>
          </p:nvPr>
        </p:nvSpPr>
        <p:spPr>
          <a:xfrm>
            <a:off x="609600" y="3429000"/>
            <a:ext cx="914400" cy="914400"/>
          </a:xfrm>
          <a:custGeom>
            <a:avLst/>
            <a:gdLst>
              <a:gd name="connisteX0" fmla="*/ 0 w 914400"/>
              <a:gd name="connsiteY0" fmla="*/ 457200 h 914400"/>
              <a:gd name="connisteX1" fmla="*/ 457200 w 914400"/>
              <a:gd name="connsiteY1" fmla="*/ 0 h 914400"/>
              <a:gd name="connisteX2" fmla="*/ 457200 w 914400"/>
              <a:gd name="connsiteY2" fmla="*/ 0 h 914400"/>
              <a:gd name="connisteX3" fmla="*/ 914400 w 914400"/>
              <a:gd name="connsiteY3" fmla="*/ 457200 h 914400"/>
              <a:gd name="connisteX4" fmla="*/ 914400 w 914400"/>
              <a:gd name="connsiteY4" fmla="*/ 457200 h 914400"/>
              <a:gd name="connisteX5" fmla="*/ 457200 w 914400"/>
              <a:gd name="connsiteY5" fmla="*/ 914400 h 914400"/>
              <a:gd name="connisteX6" fmla="*/ 457200 w 914400"/>
              <a:gd name="connsiteY6" fmla="*/ 914400 h 914400"/>
              <a:gd name="connisteX7" fmla="*/ 0 w 914400"/>
              <a:gd name="connsiteY7" fmla="*/ 457200 h 914400"/>
              <a:gd name="connisteX8" fmla="*/ 0 w 914400"/>
              <a:gd name="connsiteY8" fmla="*/ 457200 h 91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914400" h="914400">
                <a:moveTo>
                  <a:pt x="0" y="457200"/>
                </a:moveTo>
                <a:cubicBezTo>
                  <a:pt x="0" y="204695"/>
                  <a:pt x="204695" y="0"/>
                  <a:pt x="457200" y="0"/>
                </a:cubicBezTo>
                <a:lnTo>
                  <a:pt x="457200" y="0"/>
                </a:lnTo>
                <a:cubicBezTo>
                  <a:pt x="709705" y="0"/>
                  <a:pt x="914400" y="204695"/>
                  <a:pt x="914400" y="457200"/>
                </a:cubicBezTo>
                <a:lnTo>
                  <a:pt x="914400" y="457200"/>
                </a:lnTo>
                <a:cubicBezTo>
                  <a:pt x="914400" y="709705"/>
                  <a:pt x="709705" y="914400"/>
                  <a:pt x="457200" y="914400"/>
                </a:cubicBezTo>
                <a:lnTo>
                  <a:pt x="457200" y="914400"/>
                </a:lnTo>
                <a:cubicBezTo>
                  <a:pt x="204695" y="914400"/>
                  <a:pt x="0" y="709705"/>
                  <a:pt x="0" y="457200"/>
                </a:cubicBezTo>
                <a:lnTo>
                  <a:pt x="0" y="457200"/>
                </a:lnTo>
                <a:close/>
              </a:path>
            </a:pathLst>
          </a:custGeom>
          <a:solidFill>
            <a:schemeClr val="accent1"/>
          </a:solidFill>
          <a:ln>
            <a:solidFill>
              <a:prstClr val="black">
                <a:alpha val="0"/>
              </a:prstClr>
            </a:solidFill>
            <a:prstDash val="solid"/>
          </a:ln>
        </p:spPr>
        <p:txBody>
          <a:bodyPr>
            <a:noAutofit/>
          </a:bodyPr>
          <a:lstStyle>
            <a:lvl1pPr marL="0" indent="0">
              <a:buNone/>
              <a:defRPr/>
            </a:lvl1pPr>
            <a:lvl2pPr>
              <a:buNone/>
              <a:defRPr/>
            </a:lvl2pPr>
            <a:lvl3pPr>
              <a:buNone/>
              <a:defRPr/>
            </a:lvl3pPr>
            <a:lvl4pPr>
              <a:buNone/>
              <a:defRPr/>
            </a:lvl4pPr>
            <a:lvl5pPr>
              <a:buNone/>
              <a:defRPr/>
            </a:lvl5pPr>
          </a:lstStyle>
          <a:p>
            <a:pPr lvl="0"/>
            <a:r>
              <a:rPr lang="zh-CN" altLang="en-US"/>
              <a:t> </a:t>
            </a:r>
          </a:p>
        </p:txBody>
      </p:sp>
      <p:sp>
        <p:nvSpPr>
          <p:cNvPr id="17" name="Picture Placeholder 16"/>
          <p:cNvSpPr>
            <a:spLocks noGrp="1"/>
          </p:cNvSpPr>
          <p:nvPr>
            <p:ph type="pic" idx="16394" hasCustomPrompt="1"/>
            <p:custDataLst>
              <p:tags r:id="rId10"/>
            </p:custDataLst>
          </p:nvPr>
        </p:nvSpPr>
        <p:spPr>
          <a:xfrm>
            <a:off x="822960" y="3642360"/>
            <a:ext cx="487680" cy="487680"/>
          </a:xfrm>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18" name="Text Placeholder 17"/>
          <p:cNvSpPr>
            <a:spLocks noGrp="1"/>
          </p:cNvSpPr>
          <p:nvPr>
            <p:ph type="body" idx="16388" hasCustomPrompt="1"/>
            <p:custDataLst>
              <p:tags r:id="rId11"/>
            </p:custDataLst>
          </p:nvPr>
        </p:nvSpPr>
        <p:spPr>
          <a:xfrm>
            <a:off x="1778000" y="3327400"/>
            <a:ext cx="98044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Your item title here</a:t>
            </a:r>
          </a:p>
        </p:txBody>
      </p:sp>
      <p:sp>
        <p:nvSpPr>
          <p:cNvPr id="19" name="Text Placeholder 18"/>
          <p:cNvSpPr>
            <a:spLocks noGrp="1"/>
          </p:cNvSpPr>
          <p:nvPr>
            <p:ph type="body" idx="16389" hasCustomPrompt="1"/>
            <p:custDataLst>
              <p:tags r:id="rId12"/>
            </p:custDataLst>
          </p:nvPr>
        </p:nvSpPr>
        <p:spPr>
          <a:xfrm>
            <a:off x="1778000" y="3835400"/>
            <a:ext cx="9804400" cy="609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Enter title text here</a:t>
            </a:r>
          </a:p>
        </p:txBody>
      </p:sp>
      <p:sp>
        <p:nvSpPr>
          <p:cNvPr id="20" name="装饰  9"/>
          <p:cNvSpPr>
            <a:spLocks noGrp="1"/>
          </p:cNvSpPr>
          <p:nvPr>
            <p:ph type="body" idx="16397" hasCustomPrompt="1"/>
            <p:custDataLst>
              <p:tags r:id="rId13"/>
            </p:custDataLst>
          </p:nvPr>
        </p:nvSpPr>
        <p:spPr>
          <a:xfrm>
            <a:off x="609600" y="5156200"/>
            <a:ext cx="914400" cy="914400"/>
          </a:xfrm>
          <a:custGeom>
            <a:avLst/>
            <a:gdLst>
              <a:gd name="connisteX0" fmla="*/ 0 w 914400"/>
              <a:gd name="connsiteY0" fmla="*/ 457200 h 914400"/>
              <a:gd name="connisteX1" fmla="*/ 457200 w 914400"/>
              <a:gd name="connsiteY1" fmla="*/ 0 h 914400"/>
              <a:gd name="connisteX2" fmla="*/ 457200 w 914400"/>
              <a:gd name="connsiteY2" fmla="*/ 0 h 914400"/>
              <a:gd name="connisteX3" fmla="*/ 914400 w 914400"/>
              <a:gd name="connsiteY3" fmla="*/ 457200 h 914400"/>
              <a:gd name="connisteX4" fmla="*/ 914400 w 914400"/>
              <a:gd name="connsiteY4" fmla="*/ 457200 h 914400"/>
              <a:gd name="connisteX5" fmla="*/ 457200 w 914400"/>
              <a:gd name="connsiteY5" fmla="*/ 914400 h 914400"/>
              <a:gd name="connisteX6" fmla="*/ 457200 w 914400"/>
              <a:gd name="connsiteY6" fmla="*/ 914400 h 914400"/>
              <a:gd name="connisteX7" fmla="*/ 0 w 914400"/>
              <a:gd name="connsiteY7" fmla="*/ 457200 h 914400"/>
              <a:gd name="connisteX8" fmla="*/ 0 w 914400"/>
              <a:gd name="connsiteY8" fmla="*/ 457200 h 91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914400" h="914400">
                <a:moveTo>
                  <a:pt x="0" y="457200"/>
                </a:moveTo>
                <a:cubicBezTo>
                  <a:pt x="0" y="204695"/>
                  <a:pt x="204695" y="0"/>
                  <a:pt x="457200" y="0"/>
                </a:cubicBezTo>
                <a:lnTo>
                  <a:pt x="457200" y="0"/>
                </a:lnTo>
                <a:cubicBezTo>
                  <a:pt x="709705" y="0"/>
                  <a:pt x="914400" y="204695"/>
                  <a:pt x="914400" y="457200"/>
                </a:cubicBezTo>
                <a:lnTo>
                  <a:pt x="914400" y="457200"/>
                </a:lnTo>
                <a:cubicBezTo>
                  <a:pt x="914400" y="709705"/>
                  <a:pt x="709705" y="914400"/>
                  <a:pt x="457200" y="914400"/>
                </a:cubicBezTo>
                <a:lnTo>
                  <a:pt x="457200" y="914400"/>
                </a:lnTo>
                <a:cubicBezTo>
                  <a:pt x="204695" y="914400"/>
                  <a:pt x="0" y="709705"/>
                  <a:pt x="0" y="457200"/>
                </a:cubicBezTo>
                <a:lnTo>
                  <a:pt x="0" y="457200"/>
                </a:lnTo>
                <a:close/>
              </a:path>
            </a:pathLst>
          </a:custGeom>
          <a:solidFill>
            <a:schemeClr val="accent1"/>
          </a:solidFill>
          <a:ln>
            <a:solidFill>
              <a:prstClr val="black">
                <a:alpha val="0"/>
              </a:prstClr>
            </a:solidFill>
            <a:prstDash val="solid"/>
          </a:ln>
        </p:spPr>
        <p:txBody>
          <a:bodyPr>
            <a:noAutofit/>
          </a:bodyPr>
          <a:lstStyle>
            <a:lvl1pPr marL="0" indent="0">
              <a:buNone/>
              <a:defRPr/>
            </a:lvl1pPr>
            <a:lvl2pPr>
              <a:buNone/>
              <a:defRPr/>
            </a:lvl2pPr>
            <a:lvl3pPr>
              <a:buNone/>
              <a:defRPr/>
            </a:lvl3pPr>
            <a:lvl4pPr>
              <a:buNone/>
              <a:defRPr/>
            </a:lvl4pPr>
            <a:lvl5pPr>
              <a:buNone/>
              <a:defRPr/>
            </a:lvl5pPr>
          </a:lstStyle>
          <a:p>
            <a:pPr lvl="0"/>
            <a:r>
              <a:rPr lang="zh-CN" altLang="en-US"/>
              <a:t> </a:t>
            </a:r>
          </a:p>
        </p:txBody>
      </p:sp>
      <p:sp>
        <p:nvSpPr>
          <p:cNvPr id="21" name="Picture Placeholder 20"/>
          <p:cNvSpPr>
            <a:spLocks noGrp="1"/>
          </p:cNvSpPr>
          <p:nvPr>
            <p:ph type="pic" idx="16396" hasCustomPrompt="1"/>
            <p:custDataLst>
              <p:tags r:id="rId14"/>
            </p:custDataLst>
          </p:nvPr>
        </p:nvSpPr>
        <p:spPr>
          <a:xfrm>
            <a:off x="822960" y="5369560"/>
            <a:ext cx="487680" cy="487680"/>
          </a:xfrm>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22" name="Text Placeholder 21"/>
          <p:cNvSpPr>
            <a:spLocks noGrp="1"/>
          </p:cNvSpPr>
          <p:nvPr>
            <p:ph type="body" idx="16390" hasCustomPrompt="1"/>
            <p:custDataLst>
              <p:tags r:id="rId15"/>
            </p:custDataLst>
          </p:nvPr>
        </p:nvSpPr>
        <p:spPr>
          <a:xfrm>
            <a:off x="1778000" y="5054600"/>
            <a:ext cx="98044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Your item title here</a:t>
            </a:r>
          </a:p>
        </p:txBody>
      </p:sp>
      <p:sp>
        <p:nvSpPr>
          <p:cNvPr id="23" name="Text Placeholder 22"/>
          <p:cNvSpPr>
            <a:spLocks noGrp="1"/>
          </p:cNvSpPr>
          <p:nvPr>
            <p:ph type="body" idx="16391" hasCustomPrompt="1"/>
            <p:custDataLst>
              <p:tags r:id="rId16"/>
            </p:custDataLst>
          </p:nvPr>
        </p:nvSpPr>
        <p:spPr>
          <a:xfrm>
            <a:off x="1778000" y="5562600"/>
            <a:ext cx="9804400" cy="609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Enter title text here</a:t>
            </a:r>
          </a:p>
        </p:txBody>
      </p:sp>
    </p:spTree>
  </p:cSld>
  <p:clrMapOvr>
    <a:overrideClrMapping bg1="dk1" tx1="lt1" bg2="dk2" tx2="lt2" accent1="accent1" accent2="accent2" accent3="accent3" accent4="accent4" accent5="accent5" accent6="accent6" hlink="hlink" folHlink="folHlink"/>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ent_Slide-10012_15">
    <p:bg>
      <p:bgRef idx="1001">
        <a:schemeClr val="bg2"/>
      </p:bgRef>
    </p:bg>
    <p:spTree>
      <p:nvGrpSpPr>
        <p:cNvPr id="1" name=""/>
        <p:cNvGrpSpPr/>
        <p:nvPr/>
      </p:nvGrpSpPr>
      <p:grpSpPr>
        <a:xfrm>
          <a:off x="0" y="0"/>
          <a:ext cx="0" cy="0"/>
          <a:chOff x="0" y="0"/>
          <a:chExt cx="0" cy="0"/>
        </a:xfrm>
      </p:grpSpPr>
      <p:sp>
        <p:nvSpPr>
          <p:cNvPr id="8" name="日期占位符 3"/>
          <p:cNvSpPr>
            <a:spLocks noGrp="1"/>
          </p:cNvSpPr>
          <p:nvPr>
            <p:ph type="dt" sz="half" idx="10"/>
            <p:custDataLst>
              <p:tags r:id="rId1"/>
            </p:custDataLst>
          </p:nvPr>
        </p:nvSpPr>
        <p:spPr/>
        <p:txBody>
          <a:bodyPr/>
          <a:lstStyle/>
          <a:p>
            <a:fld id="{760FBDFE-C587-4B4C-A407-44438C67B59E}" type="datetimeFigureOut">
              <a:rPr lang="zh-CN" altLang="en-US" smtClean="0"/>
              <a:t>2026/7/9</a:t>
            </a:fld>
            <a:endParaRPr lang="zh-CN" altLang="en-US"/>
          </a:p>
        </p:txBody>
      </p:sp>
      <p:sp>
        <p:nvSpPr>
          <p:cNvPr id="9" name="页脚占位符 4"/>
          <p:cNvSpPr>
            <a:spLocks noGrp="1"/>
          </p:cNvSpPr>
          <p:nvPr>
            <p:ph type="ftr" sz="quarter" idx="11"/>
            <p:custDataLst>
              <p:tags r:id="rId2"/>
            </p:custDataLst>
          </p:nvPr>
        </p:nvSpPr>
        <p:spPr/>
        <p:txBody>
          <a:bodyPr/>
          <a:lstStyle/>
          <a:p>
            <a:endParaRPr lang="zh-CN" altLang="en-US"/>
          </a:p>
        </p:txBody>
      </p:sp>
      <p:sp>
        <p:nvSpPr>
          <p:cNvPr id="10" name="灯片编号占位符 5"/>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11" name="Title 10"/>
          <p:cNvSpPr>
            <a:spLocks noGrp="1"/>
          </p:cNvSpPr>
          <p:nvPr>
            <p:ph type="ctrTitle" idx="16385" hasCustomPrompt="1"/>
            <p:custDataLst>
              <p:tags r:id="rId4"/>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pPr lvl="0"/>
            <a:r>
              <a:rPr lang="zh-CN" altLang="en-US"/>
              <a:t>Your slide title here</a:t>
            </a:r>
          </a:p>
        </p:txBody>
      </p:sp>
      <p:sp>
        <p:nvSpPr>
          <p:cNvPr id="12" name="Content Placeholder 11"/>
          <p:cNvSpPr>
            <a:spLocks noGrp="1"/>
          </p:cNvSpPr>
          <p:nvPr>
            <p:ph idx="16392" hasCustomPrompt="1"/>
            <p:custDataLst>
              <p:tags r:id="rId5"/>
            </p:custDataLst>
          </p:nvPr>
        </p:nvSpPr>
        <p:spPr>
          <a:xfrm>
            <a:off x="609600" y="1524000"/>
            <a:ext cx="5486400" cy="4724400"/>
          </a:xfrm>
          <a:custGeom>
            <a:avLst/>
            <a:gdLst>
              <a:gd name="connisteX0" fmla="*/ 0 w 5486400"/>
              <a:gd name="connsiteY0" fmla="*/ 203200 h 4724400"/>
              <a:gd name="connisteX1" fmla="*/ 203200 w 5486400"/>
              <a:gd name="connsiteY1" fmla="*/ 0 h 4724400"/>
              <a:gd name="connisteX2" fmla="*/ 5283200 w 5486400"/>
              <a:gd name="connsiteY2" fmla="*/ 0 h 4724400"/>
              <a:gd name="connisteX3" fmla="*/ 5486400 w 5486400"/>
              <a:gd name="connsiteY3" fmla="*/ 203200 h 4724400"/>
              <a:gd name="connisteX4" fmla="*/ 5486400 w 5486400"/>
              <a:gd name="connsiteY4" fmla="*/ 4521200 h 4724400"/>
              <a:gd name="connisteX5" fmla="*/ 5283200 w 5486400"/>
              <a:gd name="connsiteY5" fmla="*/ 4724400 h 4724400"/>
              <a:gd name="connisteX6" fmla="*/ 203200 w 5486400"/>
              <a:gd name="connsiteY6" fmla="*/ 4724400 h 4724400"/>
              <a:gd name="connisteX7" fmla="*/ 0 w 5486400"/>
              <a:gd name="connsiteY7" fmla="*/ 4521200 h 4724400"/>
              <a:gd name="connisteX8" fmla="*/ 0 w 5486400"/>
              <a:gd name="connsiteY8" fmla="*/ 203200 h 472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5486400" h="4724400">
                <a:moveTo>
                  <a:pt x="0" y="203200"/>
                </a:moveTo>
                <a:cubicBezTo>
                  <a:pt x="0" y="90976"/>
                  <a:pt x="90976" y="0"/>
                  <a:pt x="203200" y="0"/>
                </a:cubicBezTo>
                <a:lnTo>
                  <a:pt x="5283200" y="0"/>
                </a:lnTo>
                <a:cubicBezTo>
                  <a:pt x="5395424" y="0"/>
                  <a:pt x="5486400" y="90976"/>
                  <a:pt x="5486400" y="203200"/>
                </a:cubicBezTo>
                <a:lnTo>
                  <a:pt x="5486400" y="4521200"/>
                </a:lnTo>
                <a:cubicBezTo>
                  <a:pt x="5486400" y="4633424"/>
                  <a:pt x="5395424" y="4724400"/>
                  <a:pt x="5283200" y="4724400"/>
                </a:cubicBezTo>
                <a:lnTo>
                  <a:pt x="203200" y="4724400"/>
                </a:lnTo>
                <a:cubicBezTo>
                  <a:pt x="90976" y="4724400"/>
                  <a:pt x="0" y="4633424"/>
                  <a:pt x="0" y="4521200"/>
                </a:cubicBezTo>
                <a:lnTo>
                  <a:pt x="0" y="203200"/>
                </a:lnTo>
                <a:close/>
              </a:path>
            </a:pathLst>
          </a:custGeom>
          <a:solidFill>
            <a:srgbClr val="DDDDDD"/>
          </a:solidFill>
          <a:ln>
            <a:noFill/>
          </a:ln>
        </p:spPr>
        <p:txBody>
          <a:bodyPr>
            <a:normAutofit/>
          </a:bodyPr>
          <a:lstStyle>
            <a:lvl1pPr>
              <a:buNone/>
              <a:defRPr/>
            </a:lvl1pPr>
            <a:lvl2pPr>
              <a:buNone/>
              <a:defRPr/>
            </a:lvl2pPr>
            <a:lvl3pPr>
              <a:buNone/>
              <a:defRPr/>
            </a:lvl3pPr>
            <a:lvl4pPr>
              <a:buNone/>
              <a:defRPr/>
            </a:lvl4pPr>
            <a:lvl5pPr marL="0" indent="0">
              <a:buNone/>
              <a:defRPr/>
            </a:lvl5pPr>
          </a:lstStyle>
          <a:p>
            <a:pPr lvl="4"/>
            <a:r>
              <a:rPr lang="zh-CN" altLang="en-US"/>
              <a:t> </a:t>
            </a:r>
          </a:p>
        </p:txBody>
      </p:sp>
      <p:sp>
        <p:nvSpPr>
          <p:cNvPr id="13" name="Text Placeholder 12"/>
          <p:cNvSpPr>
            <a:spLocks noGrp="1"/>
          </p:cNvSpPr>
          <p:nvPr>
            <p:ph type="body" idx="16386" hasCustomPrompt="1"/>
            <p:custDataLst>
              <p:tags r:id="rId6"/>
            </p:custDataLst>
          </p:nvPr>
        </p:nvSpPr>
        <p:spPr>
          <a:xfrm>
            <a:off x="6553200" y="1524000"/>
            <a:ext cx="5029200" cy="406400"/>
          </a:xfrm>
          <a:noFill/>
        </p:spPr>
        <p:txBody>
          <a:bodyPr lIns="0" tIns="0" rIns="0" bIns="0" anchor="t">
            <a:normAutofit/>
          </a:bodyPr>
          <a:lstStyle>
            <a:lvl1pPr marL="0" indent="0" algn="l">
              <a:lnSpc>
                <a:spcPct val="111000"/>
              </a:lnSpc>
              <a:buNone/>
              <a:defRPr sz="2400" b="0" spc="0">
                <a:solidFill>
                  <a:schemeClr val="tx1"/>
                </a:solidFill>
              </a:defRPr>
            </a:lvl1pPr>
            <a:lvl5pPr marL="0" indent="0" algn="l">
              <a:lnSpc>
                <a:spcPct val="111000"/>
              </a:lnSpc>
              <a:spcBef>
                <a:spcPct val="0"/>
              </a:spcBef>
              <a:spcAft>
                <a:spcPct val="0"/>
              </a:spcAft>
              <a:buNone/>
              <a:defRPr/>
            </a:lvl5pPr>
          </a:lstStyle>
          <a:p>
            <a:pPr lvl="0"/>
            <a:r>
              <a:rPr lang="zh-CN" altLang="en-US"/>
              <a:t>Item title</a:t>
            </a:r>
          </a:p>
        </p:txBody>
      </p:sp>
      <p:sp>
        <p:nvSpPr>
          <p:cNvPr id="14" name="Text Placeholder 13"/>
          <p:cNvSpPr>
            <a:spLocks noGrp="1"/>
          </p:cNvSpPr>
          <p:nvPr>
            <p:ph type="body" idx="16387" hasCustomPrompt="1"/>
            <p:custDataLst>
              <p:tags r:id="rId7"/>
            </p:custDataLst>
          </p:nvPr>
        </p:nvSpPr>
        <p:spPr>
          <a:xfrm>
            <a:off x="6553200" y="2082800"/>
            <a:ext cx="5029200" cy="914400"/>
          </a:xfrm>
          <a:noFill/>
        </p:spPr>
        <p:txBody>
          <a:bodyPr lIns="0" tIns="0" rIns="0" bIns="0" anchor="t">
            <a:normAutofit/>
          </a:bodyPr>
          <a:lstStyle>
            <a:lvl1pPr marL="0" indent="0" algn="l">
              <a:lnSpc>
                <a:spcPct val="125000"/>
              </a:lnSpc>
              <a:buNone/>
              <a:defRPr sz="1600" b="0" spc="0">
                <a:solidFill>
                  <a:schemeClr val="tx1"/>
                </a:solidFill>
              </a:defRPr>
            </a:lvl1pPr>
            <a:lvl5pPr marL="0" indent="0" algn="l">
              <a:lnSpc>
                <a:spcPct val="125000"/>
              </a:lnSpc>
              <a:spcBef>
                <a:spcPct val="0"/>
              </a:spcBef>
              <a:spcAft>
                <a:spcPct val="0"/>
              </a:spcAft>
              <a:buNone/>
              <a:defRPr/>
            </a:lvl5pPr>
          </a:lstStyle>
          <a:p>
            <a:pPr lvl="0"/>
            <a:r>
              <a:rPr lang="zh-CN" altLang="en-US"/>
              <a:t>Enter title text here</a:t>
            </a:r>
          </a:p>
        </p:txBody>
      </p:sp>
      <p:sp>
        <p:nvSpPr>
          <p:cNvPr id="15" name="Text Placeholder 14"/>
          <p:cNvSpPr>
            <a:spLocks noGrp="1"/>
          </p:cNvSpPr>
          <p:nvPr>
            <p:ph type="body" idx="16388" hasCustomPrompt="1"/>
            <p:custDataLst>
              <p:tags r:id="rId8"/>
            </p:custDataLst>
          </p:nvPr>
        </p:nvSpPr>
        <p:spPr>
          <a:xfrm>
            <a:off x="6553200" y="3149600"/>
            <a:ext cx="5029200" cy="406400"/>
          </a:xfrm>
          <a:noFill/>
        </p:spPr>
        <p:txBody>
          <a:bodyPr lIns="0" tIns="0" rIns="0" bIns="0" anchor="t">
            <a:normAutofit/>
          </a:bodyPr>
          <a:lstStyle>
            <a:lvl1pPr marL="0" indent="0" algn="l">
              <a:lnSpc>
                <a:spcPct val="111000"/>
              </a:lnSpc>
              <a:buNone/>
              <a:defRPr sz="2400" b="0" spc="0">
                <a:solidFill>
                  <a:schemeClr val="tx1"/>
                </a:solidFill>
              </a:defRPr>
            </a:lvl1pPr>
            <a:lvl5pPr marL="0" indent="0" algn="l">
              <a:lnSpc>
                <a:spcPct val="111000"/>
              </a:lnSpc>
              <a:spcBef>
                <a:spcPct val="0"/>
              </a:spcBef>
              <a:spcAft>
                <a:spcPct val="0"/>
              </a:spcAft>
              <a:buNone/>
              <a:defRPr/>
            </a:lvl5pPr>
          </a:lstStyle>
          <a:p>
            <a:pPr lvl="0"/>
            <a:r>
              <a:rPr lang="zh-CN" altLang="en-US"/>
              <a:t>Item title</a:t>
            </a:r>
          </a:p>
        </p:txBody>
      </p:sp>
      <p:sp>
        <p:nvSpPr>
          <p:cNvPr id="16" name="Text Placeholder 15"/>
          <p:cNvSpPr>
            <a:spLocks noGrp="1"/>
          </p:cNvSpPr>
          <p:nvPr>
            <p:ph type="body" idx="16389" hasCustomPrompt="1"/>
            <p:custDataLst>
              <p:tags r:id="rId9"/>
            </p:custDataLst>
          </p:nvPr>
        </p:nvSpPr>
        <p:spPr>
          <a:xfrm>
            <a:off x="6553200" y="3708400"/>
            <a:ext cx="5029200" cy="914400"/>
          </a:xfrm>
          <a:noFill/>
        </p:spPr>
        <p:txBody>
          <a:bodyPr lIns="0" tIns="0" rIns="0" bIns="0" anchor="t">
            <a:normAutofit/>
          </a:bodyPr>
          <a:lstStyle>
            <a:lvl1pPr marL="0" indent="0" algn="l">
              <a:lnSpc>
                <a:spcPct val="125000"/>
              </a:lnSpc>
              <a:buNone/>
              <a:defRPr sz="1600" b="0" spc="0">
                <a:solidFill>
                  <a:schemeClr val="tx1"/>
                </a:solidFill>
              </a:defRPr>
            </a:lvl1pPr>
            <a:lvl5pPr marL="0" indent="0" algn="l">
              <a:lnSpc>
                <a:spcPct val="125000"/>
              </a:lnSpc>
              <a:spcBef>
                <a:spcPct val="0"/>
              </a:spcBef>
              <a:spcAft>
                <a:spcPct val="0"/>
              </a:spcAft>
              <a:buNone/>
              <a:defRPr/>
            </a:lvl5pPr>
          </a:lstStyle>
          <a:p>
            <a:pPr lvl="0"/>
            <a:r>
              <a:rPr lang="zh-CN" altLang="en-US"/>
              <a:t>Enter title text here</a:t>
            </a:r>
          </a:p>
        </p:txBody>
      </p:sp>
      <p:sp>
        <p:nvSpPr>
          <p:cNvPr id="17" name="Text Placeholder 16"/>
          <p:cNvSpPr>
            <a:spLocks noGrp="1"/>
          </p:cNvSpPr>
          <p:nvPr>
            <p:ph type="body" idx="16390" hasCustomPrompt="1"/>
            <p:custDataLst>
              <p:tags r:id="rId10"/>
            </p:custDataLst>
          </p:nvPr>
        </p:nvSpPr>
        <p:spPr>
          <a:xfrm>
            <a:off x="6553200" y="4775200"/>
            <a:ext cx="5029200" cy="406400"/>
          </a:xfrm>
          <a:noFill/>
        </p:spPr>
        <p:txBody>
          <a:bodyPr lIns="0" tIns="0" rIns="0" bIns="0" anchor="t">
            <a:normAutofit/>
          </a:bodyPr>
          <a:lstStyle>
            <a:lvl1pPr marL="0" indent="0" algn="l">
              <a:lnSpc>
                <a:spcPct val="111000"/>
              </a:lnSpc>
              <a:buNone/>
              <a:defRPr sz="2400" b="0" spc="0">
                <a:solidFill>
                  <a:schemeClr val="tx1"/>
                </a:solidFill>
              </a:defRPr>
            </a:lvl1pPr>
            <a:lvl5pPr marL="0" indent="0" algn="l">
              <a:lnSpc>
                <a:spcPct val="111000"/>
              </a:lnSpc>
              <a:spcBef>
                <a:spcPct val="0"/>
              </a:spcBef>
              <a:spcAft>
                <a:spcPct val="0"/>
              </a:spcAft>
              <a:buNone/>
              <a:defRPr/>
            </a:lvl5pPr>
          </a:lstStyle>
          <a:p>
            <a:pPr lvl="0"/>
            <a:r>
              <a:rPr lang="zh-CN" altLang="en-US"/>
              <a:t>Item title</a:t>
            </a:r>
          </a:p>
        </p:txBody>
      </p:sp>
      <p:sp>
        <p:nvSpPr>
          <p:cNvPr id="18" name="Text Placeholder 17"/>
          <p:cNvSpPr>
            <a:spLocks noGrp="1"/>
          </p:cNvSpPr>
          <p:nvPr>
            <p:ph type="body" idx="16391" hasCustomPrompt="1"/>
            <p:custDataLst>
              <p:tags r:id="rId11"/>
            </p:custDataLst>
          </p:nvPr>
        </p:nvSpPr>
        <p:spPr>
          <a:xfrm>
            <a:off x="6553200" y="5334000"/>
            <a:ext cx="5029200" cy="914400"/>
          </a:xfrm>
          <a:noFill/>
        </p:spPr>
        <p:txBody>
          <a:bodyPr lIns="0" tIns="0" rIns="0" bIns="0" anchor="t">
            <a:normAutofit/>
          </a:bodyPr>
          <a:lstStyle>
            <a:lvl1pPr marL="0" indent="0" algn="l">
              <a:lnSpc>
                <a:spcPct val="125000"/>
              </a:lnSpc>
              <a:buNone/>
              <a:defRPr sz="1600" b="0" spc="0">
                <a:solidFill>
                  <a:schemeClr val="tx1"/>
                </a:solidFill>
              </a:defRPr>
            </a:lvl1pPr>
            <a:lvl5pPr marL="0" indent="0" algn="l">
              <a:lnSpc>
                <a:spcPct val="125000"/>
              </a:lnSpc>
              <a:spcBef>
                <a:spcPct val="0"/>
              </a:spcBef>
              <a:spcAft>
                <a:spcPct val="0"/>
              </a:spcAft>
              <a:buNone/>
              <a:defRPr/>
            </a:lvl5pPr>
          </a:lstStyle>
          <a:p>
            <a:pPr lvl="0"/>
            <a:r>
              <a:rPr lang="zh-CN" altLang="en-US"/>
              <a:t>Enter title text here</a:t>
            </a:r>
          </a:p>
        </p:txBody>
      </p:sp>
    </p:spTree>
  </p:cSld>
  <p:clrMapOvr>
    <a:overrideClrMapping bg1="dk1" tx1="lt1" bg2="dk2" tx2="lt2" accent1="accent1" accent2="accent2" accent3="accent3" accent4="accent4" accent5="accent5" accent6="accent6" hlink="hlink" folHlink="folHlink"/>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ent_Slide-32_6">
    <p:bg>
      <p:bgRef idx="1001">
        <a:schemeClr val="bg2"/>
      </p:bgRef>
    </p:bg>
    <p:spTree>
      <p:nvGrpSpPr>
        <p:cNvPr id="1" name=""/>
        <p:cNvGrpSpPr/>
        <p:nvPr/>
      </p:nvGrpSpPr>
      <p:grpSpPr>
        <a:xfrm>
          <a:off x="0" y="0"/>
          <a:ext cx="0" cy="0"/>
          <a:chOff x="0" y="0"/>
          <a:chExt cx="0" cy="0"/>
        </a:xfrm>
      </p:grpSpPr>
      <p:sp>
        <p:nvSpPr>
          <p:cNvPr id="8" name="日期占位符 3"/>
          <p:cNvSpPr>
            <a:spLocks noGrp="1"/>
          </p:cNvSpPr>
          <p:nvPr>
            <p:ph type="dt" sz="half" idx="10"/>
            <p:custDataLst>
              <p:tags r:id="rId1"/>
            </p:custDataLst>
          </p:nvPr>
        </p:nvSpPr>
        <p:spPr/>
        <p:txBody>
          <a:bodyPr/>
          <a:lstStyle/>
          <a:p>
            <a:fld id="{760FBDFE-C587-4B4C-A407-44438C67B59E}" type="datetimeFigureOut">
              <a:rPr lang="zh-CN" altLang="en-US" smtClean="0"/>
              <a:t>2026/7/9</a:t>
            </a:fld>
            <a:endParaRPr lang="zh-CN" altLang="en-US"/>
          </a:p>
        </p:txBody>
      </p:sp>
      <p:sp>
        <p:nvSpPr>
          <p:cNvPr id="9" name="页脚占位符 4"/>
          <p:cNvSpPr>
            <a:spLocks noGrp="1"/>
          </p:cNvSpPr>
          <p:nvPr>
            <p:ph type="ftr" sz="quarter" idx="11"/>
            <p:custDataLst>
              <p:tags r:id="rId2"/>
            </p:custDataLst>
          </p:nvPr>
        </p:nvSpPr>
        <p:spPr/>
        <p:txBody>
          <a:bodyPr/>
          <a:lstStyle/>
          <a:p>
            <a:endParaRPr lang="zh-CN" altLang="en-US"/>
          </a:p>
        </p:txBody>
      </p:sp>
      <p:sp>
        <p:nvSpPr>
          <p:cNvPr id="10" name="灯片编号占位符 5"/>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11" name="Title 10"/>
          <p:cNvSpPr>
            <a:spLocks noGrp="1"/>
          </p:cNvSpPr>
          <p:nvPr>
            <p:ph type="ctrTitle" idx="16385" hasCustomPrompt="1"/>
            <p:custDataLst>
              <p:tags r:id="rId4"/>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pPr lvl="0"/>
            <a:r>
              <a:t>Your slide title here</a:t>
            </a:r>
          </a:p>
        </p:txBody>
      </p:sp>
      <p:sp>
        <p:nvSpPr>
          <p:cNvPr id="12" name="装饰  1"/>
          <p:cNvSpPr>
            <a:spLocks noGrp="1"/>
          </p:cNvSpPr>
          <p:nvPr>
            <p:ph type="body" idx="16391" hasCustomPrompt="1"/>
            <p:custDataLst>
              <p:tags r:id="rId5"/>
            </p:custDataLst>
          </p:nvPr>
        </p:nvSpPr>
        <p:spPr>
          <a:xfrm>
            <a:off x="609600" y="1524000"/>
            <a:ext cx="5334000" cy="4724400"/>
          </a:xfrm>
          <a:custGeom>
            <a:avLst/>
            <a:gdLst>
              <a:gd name="connisteX0" fmla="*/ 0 w 5334000"/>
              <a:gd name="connsiteY0" fmla="*/ 203200 h 4724400"/>
              <a:gd name="connisteX1" fmla="*/ 203200 w 5334000"/>
              <a:gd name="connsiteY1" fmla="*/ 0 h 4724400"/>
              <a:gd name="connisteX2" fmla="*/ 5130800 w 5334000"/>
              <a:gd name="connsiteY2" fmla="*/ 0 h 4724400"/>
              <a:gd name="connisteX3" fmla="*/ 5334000 w 5334000"/>
              <a:gd name="connsiteY3" fmla="*/ 203200 h 4724400"/>
              <a:gd name="connisteX4" fmla="*/ 5334000 w 5334000"/>
              <a:gd name="connsiteY4" fmla="*/ 4521200 h 4724400"/>
              <a:gd name="connisteX5" fmla="*/ 5130800 w 5334000"/>
              <a:gd name="connsiteY5" fmla="*/ 4724400 h 4724400"/>
              <a:gd name="connisteX6" fmla="*/ 203200 w 5334000"/>
              <a:gd name="connsiteY6" fmla="*/ 4724400 h 4724400"/>
              <a:gd name="connisteX7" fmla="*/ 0 w 5334000"/>
              <a:gd name="connsiteY7" fmla="*/ 4521200 h 4724400"/>
              <a:gd name="connisteX8" fmla="*/ 0 w 5334000"/>
              <a:gd name="connsiteY8" fmla="*/ 203200 h 472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5334000" h="4724400">
                <a:moveTo>
                  <a:pt x="0" y="203200"/>
                </a:moveTo>
                <a:cubicBezTo>
                  <a:pt x="0" y="90976"/>
                  <a:pt x="90976" y="0"/>
                  <a:pt x="203200" y="0"/>
                </a:cubicBezTo>
                <a:lnTo>
                  <a:pt x="5130800" y="0"/>
                </a:lnTo>
                <a:cubicBezTo>
                  <a:pt x="5243024" y="0"/>
                  <a:pt x="5334000" y="90976"/>
                  <a:pt x="5334000" y="203200"/>
                </a:cubicBezTo>
                <a:lnTo>
                  <a:pt x="5334000" y="4521200"/>
                </a:lnTo>
                <a:cubicBezTo>
                  <a:pt x="5334000" y="4633424"/>
                  <a:pt x="5243024" y="4724400"/>
                  <a:pt x="5130800" y="4724400"/>
                </a:cubicBezTo>
                <a:lnTo>
                  <a:pt x="203200" y="4724400"/>
                </a:lnTo>
                <a:cubicBezTo>
                  <a:pt x="90976" y="4724400"/>
                  <a:pt x="0" y="4633424"/>
                  <a:pt x="0" y="4521200"/>
                </a:cubicBezTo>
                <a:lnTo>
                  <a:pt x="0" y="203200"/>
                </a:lnTo>
                <a:close/>
              </a:path>
            </a:pathLst>
          </a:custGeom>
          <a:gradFill>
            <a:gsLst>
              <a:gs pos="0">
                <a:schemeClr val="accent1">
                  <a:lumMod val="50000"/>
                </a:schemeClr>
              </a:gs>
              <a:gs pos="100000">
                <a:schemeClr val="accent1">
                  <a:lumMod val="50000"/>
                </a:schemeClr>
              </a:gs>
            </a:gsLst>
            <a:lin ang="5400000"/>
          </a:gradFill>
          <a:ln>
            <a:solidFill>
              <a:prstClr val="black">
                <a:alpha val="0"/>
              </a:prstClr>
            </a:solidFill>
            <a:prstDash val="solid"/>
          </a:ln>
        </p:spPr>
        <p:txBody>
          <a:bodyPr>
            <a:noAutofit/>
          </a:bodyPr>
          <a:lstStyle>
            <a:lvl1pPr marL="0" indent="0">
              <a:buNone/>
              <a:defRPr/>
            </a:lvl1pPr>
            <a:lvl2pPr>
              <a:buNone/>
              <a:defRPr/>
            </a:lvl2pPr>
            <a:lvl3pPr>
              <a:buNone/>
              <a:defRPr/>
            </a:lvl3pPr>
            <a:lvl4pPr>
              <a:buNone/>
              <a:defRPr/>
            </a:lvl4pPr>
            <a:lvl5pPr>
              <a:buNone/>
              <a:defRPr/>
            </a:lvl5pPr>
          </a:lstStyle>
          <a:p>
            <a:pPr lvl="0"/>
            <a:r>
              <a:rPr lang="zh-CN" altLang="en-US"/>
              <a:t> </a:t>
            </a:r>
          </a:p>
        </p:txBody>
      </p:sp>
      <p:sp>
        <p:nvSpPr>
          <p:cNvPr id="13" name="装饰  2"/>
          <p:cNvSpPr>
            <a:spLocks noGrp="1"/>
          </p:cNvSpPr>
          <p:nvPr>
            <p:ph type="body" idx="16392" hasCustomPrompt="1"/>
            <p:custDataLst>
              <p:tags r:id="rId6"/>
            </p:custDataLst>
          </p:nvPr>
        </p:nvSpPr>
        <p:spPr>
          <a:xfrm>
            <a:off x="2667000" y="1930400"/>
            <a:ext cx="1219200" cy="1219200"/>
          </a:xfrm>
          <a:custGeom>
            <a:avLst/>
            <a:gdLst>
              <a:gd name="connisteX0" fmla="*/ 0 w 1219200"/>
              <a:gd name="connsiteY0" fmla="*/ 609600 h 1219200"/>
              <a:gd name="connisteX1" fmla="*/ 609600 w 1219200"/>
              <a:gd name="connsiteY1" fmla="*/ 0 h 1219200"/>
              <a:gd name="connisteX2" fmla="*/ 609600 w 1219200"/>
              <a:gd name="connsiteY2" fmla="*/ 0 h 1219200"/>
              <a:gd name="connisteX3" fmla="*/ 1219200 w 1219200"/>
              <a:gd name="connsiteY3" fmla="*/ 609600 h 1219200"/>
              <a:gd name="connisteX4" fmla="*/ 1219200 w 1219200"/>
              <a:gd name="connsiteY4" fmla="*/ 609600 h 1219200"/>
              <a:gd name="connisteX5" fmla="*/ 609600 w 1219200"/>
              <a:gd name="connsiteY5" fmla="*/ 1219200 h 1219200"/>
              <a:gd name="connisteX6" fmla="*/ 609600 w 1219200"/>
              <a:gd name="connsiteY6" fmla="*/ 1219200 h 1219200"/>
              <a:gd name="connisteX7" fmla="*/ 0 w 1219200"/>
              <a:gd name="connsiteY7" fmla="*/ 609600 h 1219200"/>
              <a:gd name="connisteX8" fmla="*/ 0 w 1219200"/>
              <a:gd name="connsiteY8" fmla="*/ 609600 h 1219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1219200" h="1219200">
                <a:moveTo>
                  <a:pt x="0" y="609600"/>
                </a:moveTo>
                <a:cubicBezTo>
                  <a:pt x="0" y="272927"/>
                  <a:pt x="272927" y="0"/>
                  <a:pt x="609600" y="0"/>
                </a:cubicBezTo>
                <a:lnTo>
                  <a:pt x="609600" y="0"/>
                </a:lnTo>
                <a:cubicBezTo>
                  <a:pt x="946273" y="0"/>
                  <a:pt x="1219200" y="272927"/>
                  <a:pt x="1219200" y="609600"/>
                </a:cubicBezTo>
                <a:lnTo>
                  <a:pt x="1219200" y="609600"/>
                </a:lnTo>
                <a:cubicBezTo>
                  <a:pt x="1219200" y="946273"/>
                  <a:pt x="946273" y="1219200"/>
                  <a:pt x="609600" y="1219200"/>
                </a:cubicBezTo>
                <a:lnTo>
                  <a:pt x="609600" y="1219200"/>
                </a:lnTo>
                <a:cubicBezTo>
                  <a:pt x="272927" y="1219200"/>
                  <a:pt x="0" y="946273"/>
                  <a:pt x="0" y="609600"/>
                </a:cubicBezTo>
                <a:lnTo>
                  <a:pt x="0" y="609600"/>
                </a:lnTo>
                <a:close/>
              </a:path>
            </a:pathLst>
          </a:custGeom>
          <a:solidFill>
            <a:schemeClr val="accent1"/>
          </a:solidFill>
          <a:ln>
            <a:solidFill>
              <a:prstClr val="black">
                <a:alpha val="0"/>
              </a:prstClr>
            </a:solidFill>
            <a:prstDash val="solid"/>
          </a:ln>
        </p:spPr>
        <p:txBody>
          <a:bodyPr>
            <a:noAutofit/>
          </a:bodyPr>
          <a:lstStyle>
            <a:lvl1pPr marL="0" indent="0">
              <a:buNone/>
              <a:defRPr/>
            </a:lvl1pPr>
            <a:lvl2pPr>
              <a:buNone/>
              <a:defRPr/>
            </a:lvl2pPr>
            <a:lvl3pPr>
              <a:buNone/>
              <a:defRPr/>
            </a:lvl3pPr>
            <a:lvl4pPr>
              <a:buNone/>
              <a:defRPr/>
            </a:lvl4pPr>
            <a:lvl5pPr>
              <a:buNone/>
              <a:defRPr/>
            </a:lvl5pPr>
          </a:lstStyle>
          <a:p>
            <a:pPr lvl="0"/>
            <a:r>
              <a:rPr lang="zh-CN" altLang="en-US"/>
              <a:t> </a:t>
            </a:r>
          </a:p>
        </p:txBody>
      </p:sp>
      <p:sp>
        <p:nvSpPr>
          <p:cNvPr id="14" name="Picture Placeholder 13"/>
          <p:cNvSpPr>
            <a:spLocks noGrp="1"/>
          </p:cNvSpPr>
          <p:nvPr>
            <p:ph type="pic" idx="16390" hasCustomPrompt="1"/>
            <p:custDataLst>
              <p:tags r:id="rId7"/>
            </p:custDataLst>
          </p:nvPr>
        </p:nvSpPr>
        <p:spPr>
          <a:xfrm>
            <a:off x="2951480" y="2214880"/>
            <a:ext cx="650240" cy="650240"/>
          </a:xfrm>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15" name="Text Placeholder 14"/>
          <p:cNvSpPr>
            <a:spLocks noGrp="1"/>
          </p:cNvSpPr>
          <p:nvPr>
            <p:ph type="body" idx="16386" hasCustomPrompt="1"/>
            <p:custDataLst>
              <p:tags r:id="rId8"/>
            </p:custDataLst>
          </p:nvPr>
        </p:nvSpPr>
        <p:spPr>
          <a:xfrm>
            <a:off x="1016000" y="3454400"/>
            <a:ext cx="4521200" cy="406400"/>
          </a:xfrm>
          <a:noFill/>
        </p:spPr>
        <p:txBody>
          <a:bodyPr lIns="0" tIns="0" rIns="0" bIns="0" anchor="t">
            <a:normAutofit/>
          </a:bodyPr>
          <a:lstStyle>
            <a:lvl1pPr marL="0" indent="0" algn="ctr">
              <a:lnSpc>
                <a:spcPct val="111000"/>
              </a:lnSpc>
              <a:spcBef>
                <a:spcPct val="0"/>
              </a:spcBef>
              <a:spcAft>
                <a:spcPct val="0"/>
              </a:spcAft>
              <a:buNone/>
              <a:defRPr sz="2400" b="0" spc="0">
                <a:solidFill>
                  <a:schemeClr val="tx1"/>
                </a:solidFill>
              </a:defRPr>
            </a:lvl1pPr>
          </a:lstStyle>
          <a:p>
            <a:pPr lvl="0"/>
            <a:r>
              <a:rPr lang="zh-CN" altLang="en-US"/>
              <a:t>Item title</a:t>
            </a:r>
          </a:p>
        </p:txBody>
      </p:sp>
      <p:sp>
        <p:nvSpPr>
          <p:cNvPr id="16" name="Text Placeholder 15"/>
          <p:cNvSpPr>
            <a:spLocks noGrp="1"/>
          </p:cNvSpPr>
          <p:nvPr>
            <p:ph type="body" idx="16387" hasCustomPrompt="1"/>
            <p:custDataLst>
              <p:tags r:id="rId9"/>
            </p:custDataLst>
          </p:nvPr>
        </p:nvSpPr>
        <p:spPr>
          <a:xfrm>
            <a:off x="1016000" y="4013200"/>
            <a:ext cx="4521200" cy="1828800"/>
          </a:xfrm>
          <a:noFill/>
        </p:spPr>
        <p:txBody>
          <a:bodyPr lIns="0" tIns="0" rIns="0" bIns="0" anchor="t">
            <a:normAutofit/>
          </a:bodyPr>
          <a:lstStyle>
            <a:lvl1pPr marL="0" indent="0" algn="ctr">
              <a:lnSpc>
                <a:spcPct val="125000"/>
              </a:lnSpc>
              <a:spcBef>
                <a:spcPct val="0"/>
              </a:spcBef>
              <a:spcAft>
                <a:spcPct val="0"/>
              </a:spcAft>
              <a:buNone/>
              <a:defRPr sz="1600" b="0" spc="0">
                <a:solidFill>
                  <a:schemeClr val="tx1"/>
                </a:solidFill>
              </a:defRPr>
            </a:lvl1pPr>
          </a:lstStyle>
          <a:p>
            <a:pPr lvl="0"/>
            <a:r>
              <a:rPr lang="zh-CN" altLang="en-US"/>
              <a:t>Enter title text here</a:t>
            </a:r>
          </a:p>
        </p:txBody>
      </p:sp>
      <p:sp>
        <p:nvSpPr>
          <p:cNvPr id="17" name="装饰  6"/>
          <p:cNvSpPr>
            <a:spLocks noGrp="1"/>
          </p:cNvSpPr>
          <p:nvPr>
            <p:ph type="body" idx="16394" hasCustomPrompt="1"/>
            <p:custDataLst>
              <p:tags r:id="rId10"/>
            </p:custDataLst>
          </p:nvPr>
        </p:nvSpPr>
        <p:spPr>
          <a:xfrm>
            <a:off x="6248400" y="1524000"/>
            <a:ext cx="5334000" cy="4724400"/>
          </a:xfrm>
          <a:custGeom>
            <a:avLst/>
            <a:gdLst>
              <a:gd name="connisteX0" fmla="*/ 0 w 5334000"/>
              <a:gd name="connsiteY0" fmla="*/ 203200 h 4724400"/>
              <a:gd name="connisteX1" fmla="*/ 203200 w 5334000"/>
              <a:gd name="connsiteY1" fmla="*/ 0 h 4724400"/>
              <a:gd name="connisteX2" fmla="*/ 5130800 w 5334000"/>
              <a:gd name="connsiteY2" fmla="*/ 0 h 4724400"/>
              <a:gd name="connisteX3" fmla="*/ 5334000 w 5334000"/>
              <a:gd name="connsiteY3" fmla="*/ 203200 h 4724400"/>
              <a:gd name="connisteX4" fmla="*/ 5334000 w 5334000"/>
              <a:gd name="connsiteY4" fmla="*/ 4521200 h 4724400"/>
              <a:gd name="connisteX5" fmla="*/ 5130800 w 5334000"/>
              <a:gd name="connsiteY5" fmla="*/ 4724400 h 4724400"/>
              <a:gd name="connisteX6" fmla="*/ 203200 w 5334000"/>
              <a:gd name="connsiteY6" fmla="*/ 4724400 h 4724400"/>
              <a:gd name="connisteX7" fmla="*/ 0 w 5334000"/>
              <a:gd name="connsiteY7" fmla="*/ 4521200 h 4724400"/>
              <a:gd name="connisteX8" fmla="*/ 0 w 5334000"/>
              <a:gd name="connsiteY8" fmla="*/ 203200 h 472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5334000" h="4724400">
                <a:moveTo>
                  <a:pt x="0" y="203200"/>
                </a:moveTo>
                <a:cubicBezTo>
                  <a:pt x="0" y="90976"/>
                  <a:pt x="90976" y="0"/>
                  <a:pt x="203200" y="0"/>
                </a:cubicBezTo>
                <a:lnTo>
                  <a:pt x="5130800" y="0"/>
                </a:lnTo>
                <a:cubicBezTo>
                  <a:pt x="5243024" y="0"/>
                  <a:pt x="5334000" y="90976"/>
                  <a:pt x="5334000" y="203200"/>
                </a:cubicBezTo>
                <a:lnTo>
                  <a:pt x="5334000" y="4521200"/>
                </a:lnTo>
                <a:cubicBezTo>
                  <a:pt x="5334000" y="4633424"/>
                  <a:pt x="5243024" y="4724400"/>
                  <a:pt x="5130800" y="4724400"/>
                </a:cubicBezTo>
                <a:lnTo>
                  <a:pt x="203200" y="4724400"/>
                </a:lnTo>
                <a:cubicBezTo>
                  <a:pt x="90976" y="4724400"/>
                  <a:pt x="0" y="4633424"/>
                  <a:pt x="0" y="4521200"/>
                </a:cubicBezTo>
                <a:lnTo>
                  <a:pt x="0" y="203200"/>
                </a:lnTo>
                <a:close/>
              </a:path>
            </a:pathLst>
          </a:custGeom>
          <a:solidFill>
            <a:schemeClr val="accent1"/>
          </a:solidFill>
          <a:ln>
            <a:solidFill>
              <a:prstClr val="black">
                <a:alpha val="0"/>
              </a:prstClr>
            </a:solidFill>
            <a:prstDash val="solid"/>
          </a:ln>
        </p:spPr>
        <p:txBody>
          <a:bodyPr>
            <a:noAutofit/>
          </a:bodyPr>
          <a:lstStyle>
            <a:lvl1pPr marL="0" indent="0">
              <a:buNone/>
              <a:defRPr/>
            </a:lvl1pPr>
            <a:lvl2pPr>
              <a:buNone/>
              <a:defRPr/>
            </a:lvl2pPr>
            <a:lvl3pPr>
              <a:buNone/>
              <a:defRPr/>
            </a:lvl3pPr>
            <a:lvl4pPr>
              <a:buNone/>
              <a:defRPr/>
            </a:lvl4pPr>
            <a:lvl5pPr>
              <a:buNone/>
              <a:defRPr/>
            </a:lvl5pPr>
          </a:lstStyle>
          <a:p>
            <a:pPr lvl="0"/>
            <a:r>
              <a:rPr lang="zh-CN" altLang="en-US"/>
              <a:t> </a:t>
            </a:r>
          </a:p>
        </p:txBody>
      </p:sp>
      <p:sp>
        <p:nvSpPr>
          <p:cNvPr id="18" name="装饰  7"/>
          <p:cNvSpPr>
            <a:spLocks noGrp="1"/>
          </p:cNvSpPr>
          <p:nvPr>
            <p:ph type="body" idx="16395" hasCustomPrompt="1"/>
            <p:custDataLst>
              <p:tags r:id="rId11"/>
            </p:custDataLst>
          </p:nvPr>
        </p:nvSpPr>
        <p:spPr>
          <a:xfrm>
            <a:off x="8305800" y="1930400"/>
            <a:ext cx="1219200" cy="1219200"/>
          </a:xfrm>
          <a:custGeom>
            <a:avLst/>
            <a:gdLst>
              <a:gd name="connisteX0" fmla="*/ 0 w 1219200"/>
              <a:gd name="connsiteY0" fmla="*/ 609600 h 1219200"/>
              <a:gd name="connisteX1" fmla="*/ 609600 w 1219200"/>
              <a:gd name="connsiteY1" fmla="*/ 0 h 1219200"/>
              <a:gd name="connisteX2" fmla="*/ 609600 w 1219200"/>
              <a:gd name="connsiteY2" fmla="*/ 0 h 1219200"/>
              <a:gd name="connisteX3" fmla="*/ 1219200 w 1219200"/>
              <a:gd name="connsiteY3" fmla="*/ 609600 h 1219200"/>
              <a:gd name="connisteX4" fmla="*/ 1219200 w 1219200"/>
              <a:gd name="connsiteY4" fmla="*/ 609600 h 1219200"/>
              <a:gd name="connisteX5" fmla="*/ 609600 w 1219200"/>
              <a:gd name="connsiteY5" fmla="*/ 1219200 h 1219200"/>
              <a:gd name="connisteX6" fmla="*/ 609600 w 1219200"/>
              <a:gd name="connsiteY6" fmla="*/ 1219200 h 1219200"/>
              <a:gd name="connisteX7" fmla="*/ 0 w 1219200"/>
              <a:gd name="connsiteY7" fmla="*/ 609600 h 1219200"/>
              <a:gd name="connisteX8" fmla="*/ 0 w 1219200"/>
              <a:gd name="connsiteY8" fmla="*/ 609600 h 1219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1219200" h="1219200">
                <a:moveTo>
                  <a:pt x="0" y="609600"/>
                </a:moveTo>
                <a:cubicBezTo>
                  <a:pt x="0" y="272927"/>
                  <a:pt x="272927" y="0"/>
                  <a:pt x="609600" y="0"/>
                </a:cubicBezTo>
                <a:lnTo>
                  <a:pt x="609600" y="0"/>
                </a:lnTo>
                <a:cubicBezTo>
                  <a:pt x="946273" y="0"/>
                  <a:pt x="1219200" y="272927"/>
                  <a:pt x="1219200" y="609600"/>
                </a:cubicBezTo>
                <a:lnTo>
                  <a:pt x="1219200" y="609600"/>
                </a:lnTo>
                <a:cubicBezTo>
                  <a:pt x="1219200" y="946273"/>
                  <a:pt x="946273" y="1219200"/>
                  <a:pt x="609600" y="1219200"/>
                </a:cubicBezTo>
                <a:lnTo>
                  <a:pt x="609600" y="1219200"/>
                </a:lnTo>
                <a:cubicBezTo>
                  <a:pt x="272927" y="1219200"/>
                  <a:pt x="0" y="946273"/>
                  <a:pt x="0" y="609600"/>
                </a:cubicBezTo>
                <a:lnTo>
                  <a:pt x="0" y="609600"/>
                </a:lnTo>
                <a:close/>
              </a:path>
            </a:pathLst>
          </a:custGeom>
          <a:solidFill>
            <a:srgbClr val="FFFFFF"/>
          </a:solidFill>
          <a:ln>
            <a:solidFill>
              <a:prstClr val="black">
                <a:alpha val="0"/>
              </a:prstClr>
            </a:solidFill>
            <a:prstDash val="solid"/>
          </a:ln>
        </p:spPr>
        <p:txBody>
          <a:bodyPr>
            <a:noAutofit/>
          </a:bodyPr>
          <a:lstStyle>
            <a:lvl1pPr marL="0" indent="0">
              <a:buNone/>
              <a:defRPr/>
            </a:lvl1pPr>
            <a:lvl2pPr>
              <a:buNone/>
              <a:defRPr/>
            </a:lvl2pPr>
            <a:lvl3pPr>
              <a:buNone/>
              <a:defRPr/>
            </a:lvl3pPr>
            <a:lvl4pPr>
              <a:buNone/>
              <a:defRPr/>
            </a:lvl4pPr>
            <a:lvl5pPr>
              <a:buNone/>
              <a:defRPr/>
            </a:lvl5pPr>
          </a:lstStyle>
          <a:p>
            <a:pPr lvl="0"/>
            <a:r>
              <a:rPr lang="zh-CN" altLang="en-US"/>
              <a:t> </a:t>
            </a:r>
          </a:p>
        </p:txBody>
      </p:sp>
      <p:sp>
        <p:nvSpPr>
          <p:cNvPr id="19" name="Picture Placeholder 18"/>
          <p:cNvSpPr>
            <a:spLocks noGrp="1"/>
          </p:cNvSpPr>
          <p:nvPr>
            <p:ph type="pic" idx="16393" hasCustomPrompt="1"/>
            <p:custDataLst>
              <p:tags r:id="rId12"/>
            </p:custDataLst>
          </p:nvPr>
        </p:nvSpPr>
        <p:spPr>
          <a:xfrm>
            <a:off x="8590280" y="2214880"/>
            <a:ext cx="650240" cy="650240"/>
          </a:xfrm>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20" name="Text Placeholder 19"/>
          <p:cNvSpPr>
            <a:spLocks noGrp="1"/>
          </p:cNvSpPr>
          <p:nvPr>
            <p:ph type="body" idx="16388" hasCustomPrompt="1"/>
            <p:custDataLst>
              <p:tags r:id="rId13"/>
            </p:custDataLst>
          </p:nvPr>
        </p:nvSpPr>
        <p:spPr>
          <a:xfrm>
            <a:off x="6654800" y="3454400"/>
            <a:ext cx="4521200" cy="406400"/>
          </a:xfrm>
          <a:noFill/>
        </p:spPr>
        <p:txBody>
          <a:bodyPr lIns="0" tIns="0" rIns="0" bIns="0" anchor="t">
            <a:normAutofit/>
          </a:bodyPr>
          <a:lstStyle>
            <a:lvl1pPr marL="0" indent="0" algn="ctr">
              <a:lnSpc>
                <a:spcPct val="111000"/>
              </a:lnSpc>
              <a:spcBef>
                <a:spcPct val="0"/>
              </a:spcBef>
              <a:spcAft>
                <a:spcPct val="0"/>
              </a:spcAft>
              <a:buNone/>
              <a:defRPr sz="2400" b="0" spc="0">
                <a:solidFill>
                  <a:srgbClr val="FFFFFF"/>
                </a:solidFill>
              </a:defRPr>
            </a:lvl1pPr>
          </a:lstStyle>
          <a:p>
            <a:pPr lvl="0"/>
            <a:r>
              <a:rPr lang="zh-CN" altLang="en-US"/>
              <a:t>Item title</a:t>
            </a:r>
          </a:p>
        </p:txBody>
      </p:sp>
      <p:sp>
        <p:nvSpPr>
          <p:cNvPr id="21" name="Text Placeholder 20"/>
          <p:cNvSpPr>
            <a:spLocks noGrp="1"/>
          </p:cNvSpPr>
          <p:nvPr>
            <p:ph type="body" idx="16389" hasCustomPrompt="1"/>
            <p:custDataLst>
              <p:tags r:id="rId14"/>
            </p:custDataLst>
          </p:nvPr>
        </p:nvSpPr>
        <p:spPr>
          <a:xfrm>
            <a:off x="6654800" y="4013200"/>
            <a:ext cx="4521200" cy="1828800"/>
          </a:xfrm>
          <a:noFill/>
        </p:spPr>
        <p:txBody>
          <a:bodyPr lIns="0" tIns="0" rIns="0" bIns="0" anchor="t">
            <a:normAutofit/>
          </a:bodyPr>
          <a:lstStyle>
            <a:lvl1pPr marL="0" indent="0" algn="ctr">
              <a:lnSpc>
                <a:spcPct val="125000"/>
              </a:lnSpc>
              <a:spcBef>
                <a:spcPct val="0"/>
              </a:spcBef>
              <a:spcAft>
                <a:spcPct val="0"/>
              </a:spcAft>
              <a:buNone/>
              <a:defRPr sz="1600" b="0" spc="0">
                <a:solidFill>
                  <a:srgbClr val="FFFFFF"/>
                </a:solidFill>
              </a:defRPr>
            </a:lvl1pPr>
          </a:lstStyle>
          <a:p>
            <a:pPr lvl="0"/>
            <a:r>
              <a:rPr lang="zh-CN" altLang="en-US"/>
              <a:t>Enter title text here</a:t>
            </a:r>
          </a:p>
        </p:txBody>
      </p:sp>
    </p:spTree>
  </p:cSld>
  <p:clrMapOvr>
    <a:overrideClrMapping bg1="dk1" tx1="lt1" bg2="dk2" tx2="lt2" accent1="accent1" accent2="accent2" accent3="accent3" accent4="accent4" accent5="accent5" accent6="accent6" hlink="hlink" folHlink="folHlink"/>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ent_Slide-6_28">
    <p:bg>
      <p:bgRef idx="1001">
        <a:schemeClr val="bg2"/>
      </p:bgRef>
    </p:bg>
    <p:spTree>
      <p:nvGrpSpPr>
        <p:cNvPr id="1" name=""/>
        <p:cNvGrpSpPr/>
        <p:nvPr/>
      </p:nvGrpSpPr>
      <p:grpSpPr>
        <a:xfrm>
          <a:off x="0" y="0"/>
          <a:ext cx="0" cy="0"/>
          <a:chOff x="0" y="0"/>
          <a:chExt cx="0" cy="0"/>
        </a:xfrm>
      </p:grpSpPr>
      <p:sp>
        <p:nvSpPr>
          <p:cNvPr id="8" name="日期占位符 3"/>
          <p:cNvSpPr>
            <a:spLocks noGrp="1"/>
          </p:cNvSpPr>
          <p:nvPr>
            <p:ph type="dt" sz="half" idx="10"/>
            <p:custDataLst>
              <p:tags r:id="rId1"/>
            </p:custDataLst>
          </p:nvPr>
        </p:nvSpPr>
        <p:spPr/>
        <p:txBody>
          <a:bodyPr/>
          <a:lstStyle/>
          <a:p>
            <a:fld id="{760FBDFE-C587-4B4C-A407-44438C67B59E}" type="datetimeFigureOut">
              <a:rPr lang="zh-CN" altLang="en-US" smtClean="0"/>
              <a:t>2026/7/9</a:t>
            </a:fld>
            <a:endParaRPr lang="zh-CN" altLang="en-US"/>
          </a:p>
        </p:txBody>
      </p:sp>
      <p:sp>
        <p:nvSpPr>
          <p:cNvPr id="9" name="页脚占位符 4"/>
          <p:cNvSpPr>
            <a:spLocks noGrp="1"/>
          </p:cNvSpPr>
          <p:nvPr>
            <p:ph type="ftr" sz="quarter" idx="11"/>
            <p:custDataLst>
              <p:tags r:id="rId2"/>
            </p:custDataLst>
          </p:nvPr>
        </p:nvSpPr>
        <p:spPr/>
        <p:txBody>
          <a:bodyPr/>
          <a:lstStyle/>
          <a:p>
            <a:endParaRPr lang="zh-CN" altLang="en-US"/>
          </a:p>
        </p:txBody>
      </p:sp>
      <p:sp>
        <p:nvSpPr>
          <p:cNvPr id="10" name="灯片编号占位符 5"/>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11" name="Title 10"/>
          <p:cNvSpPr>
            <a:spLocks noGrp="1"/>
          </p:cNvSpPr>
          <p:nvPr>
            <p:ph type="ctrTitle" idx="16385" hasCustomPrompt="1"/>
            <p:custDataLst>
              <p:tags r:id="rId4"/>
            </p:custDataLst>
          </p:nvPr>
        </p:nvSpPr>
        <p:spPr>
          <a:xfrm>
            <a:off x="609600" y="533400"/>
            <a:ext cx="63246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pPr lvl="0"/>
            <a:r>
              <a:rPr lang="zh-CN" altLang="en-US"/>
              <a:t>Your slide title here</a:t>
            </a:r>
          </a:p>
        </p:txBody>
      </p:sp>
      <p:sp>
        <p:nvSpPr>
          <p:cNvPr id="12" name="Content Placeholder 11"/>
          <p:cNvSpPr>
            <a:spLocks noGrp="1"/>
          </p:cNvSpPr>
          <p:nvPr>
            <p:ph idx="16392" hasCustomPrompt="1"/>
            <p:custDataLst>
              <p:tags r:id="rId5"/>
            </p:custDataLst>
          </p:nvPr>
        </p:nvSpPr>
        <p:spPr>
          <a:xfrm>
            <a:off x="7543800" y="609600"/>
            <a:ext cx="4038600" cy="5638800"/>
          </a:xfrm>
          <a:custGeom>
            <a:avLst/>
            <a:gdLst>
              <a:gd name="connisteX0" fmla="*/ 0 w 4038600"/>
              <a:gd name="connsiteY0" fmla="*/ 203200 h 5638800"/>
              <a:gd name="connisteX1" fmla="*/ 203200 w 4038600"/>
              <a:gd name="connsiteY1" fmla="*/ 0 h 5638800"/>
              <a:gd name="connisteX2" fmla="*/ 3835400 w 4038600"/>
              <a:gd name="connsiteY2" fmla="*/ 0 h 5638800"/>
              <a:gd name="connisteX3" fmla="*/ 4038600 w 4038600"/>
              <a:gd name="connsiteY3" fmla="*/ 203200 h 5638800"/>
              <a:gd name="connisteX4" fmla="*/ 4038600 w 4038600"/>
              <a:gd name="connsiteY4" fmla="*/ 5435600 h 5638800"/>
              <a:gd name="connisteX5" fmla="*/ 3835400 w 4038600"/>
              <a:gd name="connsiteY5" fmla="*/ 5638800 h 5638800"/>
              <a:gd name="connisteX6" fmla="*/ 203200 w 4038600"/>
              <a:gd name="connsiteY6" fmla="*/ 5638800 h 5638800"/>
              <a:gd name="connisteX7" fmla="*/ 0 w 4038600"/>
              <a:gd name="connsiteY7" fmla="*/ 5435600 h 5638800"/>
              <a:gd name="connisteX8" fmla="*/ 0 w 4038600"/>
              <a:gd name="connsiteY8" fmla="*/ 203200 h 5638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4038600" h="5638800">
                <a:moveTo>
                  <a:pt x="0" y="203200"/>
                </a:moveTo>
                <a:cubicBezTo>
                  <a:pt x="0" y="90976"/>
                  <a:pt x="90976" y="0"/>
                  <a:pt x="203200" y="0"/>
                </a:cubicBezTo>
                <a:lnTo>
                  <a:pt x="3835400" y="0"/>
                </a:lnTo>
                <a:cubicBezTo>
                  <a:pt x="3947624" y="0"/>
                  <a:pt x="4038600" y="90976"/>
                  <a:pt x="4038600" y="203200"/>
                </a:cubicBezTo>
                <a:lnTo>
                  <a:pt x="4038600" y="5435600"/>
                </a:lnTo>
                <a:cubicBezTo>
                  <a:pt x="4038600" y="5547824"/>
                  <a:pt x="3947624" y="5638800"/>
                  <a:pt x="3835400" y="5638800"/>
                </a:cubicBezTo>
                <a:lnTo>
                  <a:pt x="203200" y="5638800"/>
                </a:lnTo>
                <a:cubicBezTo>
                  <a:pt x="90976" y="5638800"/>
                  <a:pt x="0" y="5547824"/>
                  <a:pt x="0" y="5435600"/>
                </a:cubicBezTo>
                <a:lnTo>
                  <a:pt x="0" y="203200"/>
                </a:lnTo>
                <a:close/>
              </a:path>
            </a:pathLst>
          </a:custGeom>
          <a:solidFill>
            <a:srgbClr val="DDDDDD"/>
          </a:solidFill>
          <a:ln>
            <a:noFill/>
          </a:ln>
        </p:spPr>
        <p:txBody>
          <a:bodyPr>
            <a:normAutofit/>
          </a:bodyPr>
          <a:lstStyle>
            <a:lvl1pPr marL="0" indent="0">
              <a:buNone/>
              <a:defRPr/>
            </a:lvl1pPr>
            <a:lvl2pPr>
              <a:buNone/>
              <a:defRPr/>
            </a:lvl2pPr>
            <a:lvl3pPr>
              <a:buNone/>
              <a:defRPr/>
            </a:lvl3pPr>
            <a:lvl4pPr>
              <a:buNone/>
              <a:defRPr/>
            </a:lvl4pPr>
            <a:lvl5pPr>
              <a:buNone/>
              <a:defRPr/>
            </a:lvl5pPr>
          </a:lstStyle>
          <a:p>
            <a:pPr lvl="0"/>
            <a:r>
              <a:rPr lang="zh-CN" altLang="en-US"/>
              <a:t> </a:t>
            </a:r>
          </a:p>
        </p:txBody>
      </p:sp>
      <p:sp>
        <p:nvSpPr>
          <p:cNvPr id="13" name="装饰  2"/>
          <p:cNvSpPr>
            <a:spLocks noGrp="1"/>
          </p:cNvSpPr>
          <p:nvPr>
            <p:ph type="body" idx="16393" hasCustomPrompt="1"/>
            <p:custDataLst>
              <p:tags r:id="rId6"/>
            </p:custDataLst>
          </p:nvPr>
        </p:nvSpPr>
        <p:spPr>
          <a:xfrm>
            <a:off x="609600" y="1676400"/>
            <a:ext cx="50800" cy="1117600"/>
          </a:xfrm>
          <a:custGeom>
            <a:avLst/>
            <a:gdLst>
              <a:gd name="connisteX0" fmla="*/ 0 w 50800"/>
              <a:gd name="connsiteY0" fmla="*/ 25400 h 1117600"/>
              <a:gd name="connisteX1" fmla="*/ 25400 w 50800"/>
              <a:gd name="connsiteY1" fmla="*/ 0 h 1117600"/>
              <a:gd name="connisteX2" fmla="*/ 25400 w 50800"/>
              <a:gd name="connsiteY2" fmla="*/ 0 h 1117600"/>
              <a:gd name="connisteX3" fmla="*/ 50800 w 50800"/>
              <a:gd name="connsiteY3" fmla="*/ 25400 h 1117600"/>
              <a:gd name="connisteX4" fmla="*/ 50800 w 50800"/>
              <a:gd name="connsiteY4" fmla="*/ 1092200 h 1117600"/>
              <a:gd name="connisteX5" fmla="*/ 25400 w 50800"/>
              <a:gd name="connsiteY5" fmla="*/ 1117600 h 1117600"/>
              <a:gd name="connisteX6" fmla="*/ 25400 w 50800"/>
              <a:gd name="connsiteY6" fmla="*/ 1117600 h 1117600"/>
              <a:gd name="connisteX7" fmla="*/ 0 w 50800"/>
              <a:gd name="connsiteY7" fmla="*/ 1092200 h 1117600"/>
              <a:gd name="connisteX8" fmla="*/ 0 w 50800"/>
              <a:gd name="connsiteY8" fmla="*/ 25400 h 11176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50800" h="1117600">
                <a:moveTo>
                  <a:pt x="0" y="25400"/>
                </a:moveTo>
                <a:cubicBezTo>
                  <a:pt x="0" y="11372"/>
                  <a:pt x="11372" y="0"/>
                  <a:pt x="25400" y="0"/>
                </a:cubicBezTo>
                <a:lnTo>
                  <a:pt x="25400" y="0"/>
                </a:lnTo>
                <a:cubicBezTo>
                  <a:pt x="39428" y="0"/>
                  <a:pt x="50800" y="11372"/>
                  <a:pt x="50800" y="25400"/>
                </a:cubicBezTo>
                <a:lnTo>
                  <a:pt x="50800" y="1092200"/>
                </a:lnTo>
                <a:cubicBezTo>
                  <a:pt x="50800" y="1106228"/>
                  <a:pt x="39428" y="1117600"/>
                  <a:pt x="25400" y="1117600"/>
                </a:cubicBezTo>
                <a:lnTo>
                  <a:pt x="25400" y="1117600"/>
                </a:lnTo>
                <a:cubicBezTo>
                  <a:pt x="11372" y="1117600"/>
                  <a:pt x="0" y="1106228"/>
                  <a:pt x="0" y="1092200"/>
                </a:cubicBezTo>
                <a:lnTo>
                  <a:pt x="0" y="25400"/>
                </a:lnTo>
                <a:close/>
              </a:path>
            </a:pathLst>
          </a:custGeom>
          <a:solidFill>
            <a:schemeClr val="accent1"/>
          </a:solidFill>
          <a:ln>
            <a:solidFill>
              <a:prstClr val="black">
                <a:alpha val="0"/>
              </a:prstClr>
            </a:solidFill>
            <a:prstDash val="solid"/>
          </a:ln>
        </p:spPr>
        <p:txBody>
          <a:bodyPr>
            <a:noAutofit/>
          </a:bodyPr>
          <a:lstStyle>
            <a:lvl1pPr marL="0" indent="0">
              <a:buNone/>
              <a:defRPr/>
            </a:lvl1pPr>
            <a:lvl2pPr>
              <a:buNone/>
              <a:defRPr/>
            </a:lvl2pPr>
            <a:lvl3pPr>
              <a:buNone/>
              <a:defRPr/>
            </a:lvl3pPr>
            <a:lvl4pPr>
              <a:buNone/>
              <a:defRPr/>
            </a:lvl4pPr>
            <a:lvl5pPr>
              <a:buNone/>
              <a:defRPr/>
            </a:lvl5pPr>
          </a:lstStyle>
          <a:p>
            <a:pPr lvl="0"/>
            <a:r>
              <a:rPr lang="zh-CN" altLang="en-US"/>
              <a:t> </a:t>
            </a:r>
          </a:p>
        </p:txBody>
      </p:sp>
      <p:sp>
        <p:nvSpPr>
          <p:cNvPr id="14" name="Text Placeholder 13"/>
          <p:cNvSpPr>
            <a:spLocks noGrp="1"/>
          </p:cNvSpPr>
          <p:nvPr>
            <p:ph type="body" idx="16386" hasCustomPrompt="1"/>
            <p:custDataLst>
              <p:tags r:id="rId7"/>
            </p:custDataLst>
          </p:nvPr>
        </p:nvSpPr>
        <p:spPr>
          <a:xfrm>
            <a:off x="762000" y="1676400"/>
            <a:ext cx="61722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Item title here</a:t>
            </a:r>
          </a:p>
        </p:txBody>
      </p:sp>
      <p:sp>
        <p:nvSpPr>
          <p:cNvPr id="15" name="Text Placeholder 14"/>
          <p:cNvSpPr>
            <a:spLocks noGrp="1"/>
          </p:cNvSpPr>
          <p:nvPr>
            <p:ph type="body" idx="16387" hasCustomPrompt="1"/>
            <p:custDataLst>
              <p:tags r:id="rId8"/>
            </p:custDataLst>
          </p:nvPr>
        </p:nvSpPr>
        <p:spPr>
          <a:xfrm>
            <a:off x="762000" y="2184400"/>
            <a:ext cx="6172200" cy="609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Enter title text here</a:t>
            </a:r>
          </a:p>
        </p:txBody>
      </p:sp>
      <p:sp>
        <p:nvSpPr>
          <p:cNvPr id="16" name="装饰  5"/>
          <p:cNvSpPr>
            <a:spLocks noGrp="1"/>
          </p:cNvSpPr>
          <p:nvPr>
            <p:ph type="body" idx="16394" hasCustomPrompt="1"/>
            <p:custDataLst>
              <p:tags r:id="rId9"/>
            </p:custDataLst>
          </p:nvPr>
        </p:nvSpPr>
        <p:spPr>
          <a:xfrm>
            <a:off x="609600" y="3403600"/>
            <a:ext cx="50800" cy="1117600"/>
          </a:xfrm>
          <a:custGeom>
            <a:avLst/>
            <a:gdLst>
              <a:gd name="connisteX0" fmla="*/ 0 w 50800"/>
              <a:gd name="connsiteY0" fmla="*/ 25400 h 1117600"/>
              <a:gd name="connisteX1" fmla="*/ 25400 w 50800"/>
              <a:gd name="connsiteY1" fmla="*/ 0 h 1117600"/>
              <a:gd name="connisteX2" fmla="*/ 25400 w 50800"/>
              <a:gd name="connsiteY2" fmla="*/ 0 h 1117600"/>
              <a:gd name="connisteX3" fmla="*/ 50800 w 50800"/>
              <a:gd name="connsiteY3" fmla="*/ 25400 h 1117600"/>
              <a:gd name="connisteX4" fmla="*/ 50800 w 50800"/>
              <a:gd name="connsiteY4" fmla="*/ 1092200 h 1117600"/>
              <a:gd name="connisteX5" fmla="*/ 25400 w 50800"/>
              <a:gd name="connsiteY5" fmla="*/ 1117600 h 1117600"/>
              <a:gd name="connisteX6" fmla="*/ 25400 w 50800"/>
              <a:gd name="connsiteY6" fmla="*/ 1117600 h 1117600"/>
              <a:gd name="connisteX7" fmla="*/ 0 w 50800"/>
              <a:gd name="connsiteY7" fmla="*/ 1092200 h 1117600"/>
              <a:gd name="connisteX8" fmla="*/ 0 w 50800"/>
              <a:gd name="connsiteY8" fmla="*/ 25400 h 11176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50800" h="1117600">
                <a:moveTo>
                  <a:pt x="0" y="25400"/>
                </a:moveTo>
                <a:cubicBezTo>
                  <a:pt x="0" y="11372"/>
                  <a:pt x="11372" y="0"/>
                  <a:pt x="25400" y="0"/>
                </a:cubicBezTo>
                <a:lnTo>
                  <a:pt x="25400" y="0"/>
                </a:lnTo>
                <a:cubicBezTo>
                  <a:pt x="39428" y="0"/>
                  <a:pt x="50800" y="11372"/>
                  <a:pt x="50800" y="25400"/>
                </a:cubicBezTo>
                <a:lnTo>
                  <a:pt x="50800" y="1092200"/>
                </a:lnTo>
                <a:cubicBezTo>
                  <a:pt x="50800" y="1106228"/>
                  <a:pt x="39428" y="1117600"/>
                  <a:pt x="25400" y="1117600"/>
                </a:cubicBezTo>
                <a:lnTo>
                  <a:pt x="25400" y="1117600"/>
                </a:lnTo>
                <a:cubicBezTo>
                  <a:pt x="11372" y="1117600"/>
                  <a:pt x="0" y="1106228"/>
                  <a:pt x="0" y="1092200"/>
                </a:cubicBezTo>
                <a:lnTo>
                  <a:pt x="0" y="25400"/>
                </a:lnTo>
                <a:close/>
              </a:path>
            </a:pathLst>
          </a:custGeom>
          <a:solidFill>
            <a:schemeClr val="accent1"/>
          </a:solidFill>
          <a:ln>
            <a:solidFill>
              <a:prstClr val="black">
                <a:alpha val="0"/>
              </a:prstClr>
            </a:solidFill>
            <a:prstDash val="solid"/>
          </a:ln>
        </p:spPr>
        <p:txBody>
          <a:bodyPr>
            <a:noAutofit/>
          </a:bodyPr>
          <a:lstStyle>
            <a:lvl1pPr marL="0" indent="0">
              <a:buNone/>
              <a:defRPr/>
            </a:lvl1pPr>
            <a:lvl2pPr>
              <a:buNone/>
              <a:defRPr/>
            </a:lvl2pPr>
            <a:lvl3pPr>
              <a:buNone/>
              <a:defRPr/>
            </a:lvl3pPr>
            <a:lvl4pPr>
              <a:buNone/>
              <a:defRPr/>
            </a:lvl4pPr>
            <a:lvl5pPr>
              <a:buNone/>
              <a:defRPr/>
            </a:lvl5pPr>
          </a:lstStyle>
          <a:p>
            <a:pPr lvl="0"/>
            <a:r>
              <a:rPr lang="zh-CN" altLang="en-US"/>
              <a:t> </a:t>
            </a:r>
          </a:p>
        </p:txBody>
      </p:sp>
      <p:sp>
        <p:nvSpPr>
          <p:cNvPr id="17" name="Text Placeholder 16"/>
          <p:cNvSpPr>
            <a:spLocks noGrp="1"/>
          </p:cNvSpPr>
          <p:nvPr>
            <p:ph type="body" idx="16388" hasCustomPrompt="1"/>
            <p:custDataLst>
              <p:tags r:id="rId10"/>
            </p:custDataLst>
          </p:nvPr>
        </p:nvSpPr>
        <p:spPr>
          <a:xfrm>
            <a:off x="762000" y="3403600"/>
            <a:ext cx="61722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Item title here</a:t>
            </a:r>
          </a:p>
        </p:txBody>
      </p:sp>
      <p:sp>
        <p:nvSpPr>
          <p:cNvPr id="18" name="Text Placeholder 17"/>
          <p:cNvSpPr>
            <a:spLocks noGrp="1"/>
          </p:cNvSpPr>
          <p:nvPr>
            <p:ph type="body" idx="16389" hasCustomPrompt="1"/>
            <p:custDataLst>
              <p:tags r:id="rId11"/>
            </p:custDataLst>
          </p:nvPr>
        </p:nvSpPr>
        <p:spPr>
          <a:xfrm>
            <a:off x="762000" y="3911600"/>
            <a:ext cx="6172200" cy="609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Enter title text here</a:t>
            </a:r>
          </a:p>
        </p:txBody>
      </p:sp>
      <p:sp>
        <p:nvSpPr>
          <p:cNvPr id="19" name="装饰  8"/>
          <p:cNvSpPr>
            <a:spLocks noGrp="1"/>
          </p:cNvSpPr>
          <p:nvPr>
            <p:ph type="body" idx="16395" hasCustomPrompt="1"/>
            <p:custDataLst>
              <p:tags r:id="rId12"/>
            </p:custDataLst>
          </p:nvPr>
        </p:nvSpPr>
        <p:spPr>
          <a:xfrm>
            <a:off x="609600" y="5130800"/>
            <a:ext cx="50800" cy="1117600"/>
          </a:xfrm>
          <a:custGeom>
            <a:avLst/>
            <a:gdLst>
              <a:gd name="connisteX0" fmla="*/ 0 w 50800"/>
              <a:gd name="connsiteY0" fmla="*/ 25400 h 1117600"/>
              <a:gd name="connisteX1" fmla="*/ 25400 w 50800"/>
              <a:gd name="connsiteY1" fmla="*/ 0 h 1117600"/>
              <a:gd name="connisteX2" fmla="*/ 25400 w 50800"/>
              <a:gd name="connsiteY2" fmla="*/ 0 h 1117600"/>
              <a:gd name="connisteX3" fmla="*/ 50800 w 50800"/>
              <a:gd name="connsiteY3" fmla="*/ 25400 h 1117600"/>
              <a:gd name="connisteX4" fmla="*/ 50800 w 50800"/>
              <a:gd name="connsiteY4" fmla="*/ 1092200 h 1117600"/>
              <a:gd name="connisteX5" fmla="*/ 25400 w 50800"/>
              <a:gd name="connsiteY5" fmla="*/ 1117600 h 1117600"/>
              <a:gd name="connisteX6" fmla="*/ 25400 w 50800"/>
              <a:gd name="connsiteY6" fmla="*/ 1117600 h 1117600"/>
              <a:gd name="connisteX7" fmla="*/ 0 w 50800"/>
              <a:gd name="connsiteY7" fmla="*/ 1092200 h 1117600"/>
              <a:gd name="connisteX8" fmla="*/ 0 w 50800"/>
              <a:gd name="connsiteY8" fmla="*/ 25400 h 11176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50800" h="1117600">
                <a:moveTo>
                  <a:pt x="0" y="25400"/>
                </a:moveTo>
                <a:cubicBezTo>
                  <a:pt x="0" y="11372"/>
                  <a:pt x="11372" y="0"/>
                  <a:pt x="25400" y="0"/>
                </a:cubicBezTo>
                <a:lnTo>
                  <a:pt x="25400" y="0"/>
                </a:lnTo>
                <a:cubicBezTo>
                  <a:pt x="39428" y="0"/>
                  <a:pt x="50800" y="11372"/>
                  <a:pt x="50800" y="25400"/>
                </a:cubicBezTo>
                <a:lnTo>
                  <a:pt x="50800" y="1092200"/>
                </a:lnTo>
                <a:cubicBezTo>
                  <a:pt x="50800" y="1106228"/>
                  <a:pt x="39428" y="1117600"/>
                  <a:pt x="25400" y="1117600"/>
                </a:cubicBezTo>
                <a:lnTo>
                  <a:pt x="25400" y="1117600"/>
                </a:lnTo>
                <a:cubicBezTo>
                  <a:pt x="11372" y="1117600"/>
                  <a:pt x="0" y="1106228"/>
                  <a:pt x="0" y="1092200"/>
                </a:cubicBezTo>
                <a:lnTo>
                  <a:pt x="0" y="25400"/>
                </a:lnTo>
                <a:close/>
              </a:path>
            </a:pathLst>
          </a:custGeom>
          <a:solidFill>
            <a:schemeClr val="accent1"/>
          </a:solidFill>
          <a:ln>
            <a:solidFill>
              <a:prstClr val="black">
                <a:alpha val="0"/>
              </a:prstClr>
            </a:solidFill>
            <a:prstDash val="solid"/>
          </a:ln>
        </p:spPr>
        <p:txBody>
          <a:bodyPr>
            <a:noAutofit/>
          </a:bodyPr>
          <a:lstStyle>
            <a:lvl1pPr marL="0" indent="0">
              <a:buNone/>
              <a:defRPr/>
            </a:lvl1pPr>
            <a:lvl2pPr>
              <a:buNone/>
              <a:defRPr/>
            </a:lvl2pPr>
            <a:lvl3pPr>
              <a:buNone/>
              <a:defRPr/>
            </a:lvl3pPr>
            <a:lvl4pPr>
              <a:buNone/>
              <a:defRPr/>
            </a:lvl4pPr>
            <a:lvl5pPr>
              <a:buNone/>
              <a:defRPr/>
            </a:lvl5pPr>
          </a:lstStyle>
          <a:p>
            <a:pPr lvl="0"/>
            <a:r>
              <a:rPr lang="zh-CN" altLang="en-US"/>
              <a:t> </a:t>
            </a:r>
          </a:p>
        </p:txBody>
      </p:sp>
      <p:sp>
        <p:nvSpPr>
          <p:cNvPr id="20" name="Text Placeholder 19"/>
          <p:cNvSpPr>
            <a:spLocks noGrp="1"/>
          </p:cNvSpPr>
          <p:nvPr>
            <p:ph type="body" idx="16390" hasCustomPrompt="1"/>
            <p:custDataLst>
              <p:tags r:id="rId13"/>
            </p:custDataLst>
          </p:nvPr>
        </p:nvSpPr>
        <p:spPr>
          <a:xfrm>
            <a:off x="762000" y="5130800"/>
            <a:ext cx="61722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Item title here</a:t>
            </a:r>
          </a:p>
        </p:txBody>
      </p:sp>
      <p:sp>
        <p:nvSpPr>
          <p:cNvPr id="21" name="Text Placeholder 20"/>
          <p:cNvSpPr>
            <a:spLocks noGrp="1"/>
          </p:cNvSpPr>
          <p:nvPr>
            <p:ph type="body" idx="16391" hasCustomPrompt="1"/>
            <p:custDataLst>
              <p:tags r:id="rId14"/>
            </p:custDataLst>
          </p:nvPr>
        </p:nvSpPr>
        <p:spPr>
          <a:xfrm>
            <a:off x="762000" y="5638800"/>
            <a:ext cx="6172200" cy="609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Enter title text here</a:t>
            </a:r>
          </a:p>
        </p:txBody>
      </p:sp>
    </p:spTree>
  </p:cSld>
  <p:clrMapOvr>
    <a:overrideClrMapping bg1="dk1" tx1="lt1" bg2="dk2" tx2="lt2" accent1="accent1" accent2="accent2" accent3="accent3" accent4="accent4" accent5="accent5" accent6="accent6" hlink="hlink" folHlink="folHlink"/>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nt_Slide-30_81">
    <p:bg>
      <p:bgRef idx="1001">
        <a:schemeClr val="bg2"/>
      </p:bgRef>
    </p:bg>
    <p:spTree>
      <p:nvGrpSpPr>
        <p:cNvPr id="1" name=""/>
        <p:cNvGrpSpPr/>
        <p:nvPr/>
      </p:nvGrpSpPr>
      <p:grpSpPr>
        <a:xfrm>
          <a:off x="0" y="0"/>
          <a:ext cx="0" cy="0"/>
          <a:chOff x="0" y="0"/>
          <a:chExt cx="0" cy="0"/>
        </a:xfrm>
      </p:grpSpPr>
      <p:sp>
        <p:nvSpPr>
          <p:cNvPr id="8" name="日期占位符 3"/>
          <p:cNvSpPr>
            <a:spLocks noGrp="1"/>
          </p:cNvSpPr>
          <p:nvPr>
            <p:ph type="dt" sz="half" idx="10"/>
            <p:custDataLst>
              <p:tags r:id="rId1"/>
            </p:custDataLst>
          </p:nvPr>
        </p:nvSpPr>
        <p:spPr/>
        <p:txBody>
          <a:bodyPr/>
          <a:lstStyle/>
          <a:p>
            <a:fld id="{760FBDFE-C587-4B4C-A407-44438C67B59E}" type="datetimeFigureOut">
              <a:rPr lang="zh-CN" altLang="en-US" smtClean="0"/>
              <a:t>2026/7/9</a:t>
            </a:fld>
            <a:endParaRPr lang="zh-CN" altLang="en-US"/>
          </a:p>
        </p:txBody>
      </p:sp>
      <p:sp>
        <p:nvSpPr>
          <p:cNvPr id="9" name="页脚占位符 4"/>
          <p:cNvSpPr>
            <a:spLocks noGrp="1"/>
          </p:cNvSpPr>
          <p:nvPr>
            <p:ph type="ftr" sz="quarter" idx="11"/>
            <p:custDataLst>
              <p:tags r:id="rId2"/>
            </p:custDataLst>
          </p:nvPr>
        </p:nvSpPr>
        <p:spPr/>
        <p:txBody>
          <a:bodyPr/>
          <a:lstStyle/>
          <a:p>
            <a:endParaRPr lang="zh-CN" altLang="en-US"/>
          </a:p>
        </p:txBody>
      </p:sp>
      <p:sp>
        <p:nvSpPr>
          <p:cNvPr id="10" name="灯片编号占位符 5"/>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11" name="Title 10"/>
          <p:cNvSpPr>
            <a:spLocks noGrp="1"/>
          </p:cNvSpPr>
          <p:nvPr>
            <p:ph type="ctrTitle" idx="16385" hasCustomPrompt="1"/>
            <p:custDataLst>
              <p:tags r:id="rId4"/>
            </p:custDataLst>
          </p:nvPr>
        </p:nvSpPr>
        <p:spPr>
          <a:xfrm>
            <a:off x="6705600" y="533400"/>
            <a:ext cx="4876800" cy="12192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pPr lvl="0"/>
            <a:r>
              <a:t>Your slide title here</a:t>
            </a:r>
          </a:p>
        </p:txBody>
      </p:sp>
      <p:sp>
        <p:nvSpPr>
          <p:cNvPr id="12" name="Content Placeholder 11"/>
          <p:cNvSpPr>
            <a:spLocks noGrp="1"/>
          </p:cNvSpPr>
          <p:nvPr>
            <p:ph idx="16392" hasCustomPrompt="1"/>
            <p:custDataLst>
              <p:tags r:id="rId5"/>
            </p:custDataLst>
          </p:nvPr>
        </p:nvSpPr>
        <p:spPr>
          <a:xfrm>
            <a:off x="609600" y="609600"/>
            <a:ext cx="5486400" cy="5638800"/>
          </a:xfrm>
          <a:custGeom>
            <a:avLst/>
            <a:gdLst>
              <a:gd name="connisteX0" fmla="*/ 0 w 5486400"/>
              <a:gd name="connsiteY0" fmla="*/ 0 h 5638800"/>
              <a:gd name="connisteX1" fmla="*/ 5486400 w 5486400"/>
              <a:gd name="connsiteY1" fmla="*/ 0 h 5638800"/>
              <a:gd name="connisteX2" fmla="*/ 5486400 w 5486400"/>
              <a:gd name="connsiteY2" fmla="*/ 5638800 h 5638800"/>
              <a:gd name="connisteX3" fmla="*/ 0 w 5486400"/>
              <a:gd name="connsiteY3" fmla="*/ 5638800 h 5638800"/>
              <a:gd name="connisteX4" fmla="*/ 0 w 5486400"/>
              <a:gd name="connsiteY4" fmla="*/ 0 h 5638800"/>
            </a:gdLst>
            <a:ahLst/>
            <a:cxnLst>
              <a:cxn ang="0">
                <a:pos x="connisteX0" y="connsiteY0"/>
              </a:cxn>
              <a:cxn ang="0">
                <a:pos x="connisteX1" y="connsiteY1"/>
              </a:cxn>
              <a:cxn ang="0">
                <a:pos x="connisteX2" y="connsiteY2"/>
              </a:cxn>
              <a:cxn ang="0">
                <a:pos x="connisteX3" y="connsiteY3"/>
              </a:cxn>
              <a:cxn ang="0">
                <a:pos x="connisteX4" y="connsiteY4"/>
              </a:cxn>
            </a:cxnLst>
            <a:rect l="0" t="0" r="0" b="0"/>
            <a:pathLst>
              <a:path w="5486400" h="5638800">
                <a:moveTo>
                  <a:pt x="0" y="0"/>
                </a:moveTo>
                <a:lnTo>
                  <a:pt x="5486400" y="0"/>
                </a:lnTo>
                <a:lnTo>
                  <a:pt x="5486400" y="5638800"/>
                </a:lnTo>
                <a:lnTo>
                  <a:pt x="0" y="5638800"/>
                </a:lnTo>
                <a:lnTo>
                  <a:pt x="0" y="0"/>
                </a:lnTo>
                <a:close/>
              </a:path>
            </a:pathLst>
          </a:custGeom>
          <a:solidFill>
            <a:srgbClr val="DDDDDD"/>
          </a:solidFill>
          <a:ln>
            <a:noFill/>
          </a:ln>
        </p:spPr>
        <p:txBody>
          <a:bodyPr>
            <a:normAutofit/>
          </a:bodyPr>
          <a:lstStyle>
            <a:lvl1pPr marL="0" indent="0">
              <a:buNone/>
              <a:defRPr/>
            </a:lvl1pPr>
            <a:lvl2pPr>
              <a:buNone/>
              <a:defRPr/>
            </a:lvl2pPr>
            <a:lvl3pPr>
              <a:buNone/>
              <a:defRPr/>
            </a:lvl3pPr>
            <a:lvl4pPr>
              <a:buNone/>
              <a:defRPr/>
            </a:lvl4pPr>
            <a:lvl5pPr>
              <a:buNone/>
              <a:defRPr/>
            </a:lvl5pPr>
          </a:lstStyle>
          <a:p>
            <a:pPr lvl="0"/>
            <a:r>
              <a:rPr lang="zh-CN" altLang="en-US"/>
              <a:t> </a:t>
            </a:r>
          </a:p>
        </p:txBody>
      </p:sp>
      <p:sp>
        <p:nvSpPr>
          <p:cNvPr id="13" name="装饰  2"/>
          <p:cNvSpPr>
            <a:spLocks noGrp="1"/>
          </p:cNvSpPr>
          <p:nvPr>
            <p:ph type="body" idx="16393" hasCustomPrompt="1"/>
            <p:custDataLst>
              <p:tags r:id="rId6"/>
            </p:custDataLst>
          </p:nvPr>
        </p:nvSpPr>
        <p:spPr>
          <a:xfrm>
            <a:off x="6705600" y="2286000"/>
            <a:ext cx="50800" cy="1117600"/>
          </a:xfrm>
          <a:custGeom>
            <a:avLst/>
            <a:gdLst>
              <a:gd name="connisteX0" fmla="*/ 0 w 50800"/>
              <a:gd name="connsiteY0" fmla="*/ 25400 h 1117600"/>
              <a:gd name="connisteX1" fmla="*/ 25400 w 50800"/>
              <a:gd name="connsiteY1" fmla="*/ 0 h 1117600"/>
              <a:gd name="connisteX2" fmla="*/ 25400 w 50800"/>
              <a:gd name="connsiteY2" fmla="*/ 0 h 1117600"/>
              <a:gd name="connisteX3" fmla="*/ 50800 w 50800"/>
              <a:gd name="connsiteY3" fmla="*/ 25400 h 1117600"/>
              <a:gd name="connisteX4" fmla="*/ 50800 w 50800"/>
              <a:gd name="connsiteY4" fmla="*/ 1092200 h 1117600"/>
              <a:gd name="connisteX5" fmla="*/ 25400 w 50800"/>
              <a:gd name="connsiteY5" fmla="*/ 1117600 h 1117600"/>
              <a:gd name="connisteX6" fmla="*/ 25400 w 50800"/>
              <a:gd name="connsiteY6" fmla="*/ 1117600 h 1117600"/>
              <a:gd name="connisteX7" fmla="*/ 0 w 50800"/>
              <a:gd name="connsiteY7" fmla="*/ 1092200 h 1117600"/>
              <a:gd name="connisteX8" fmla="*/ 0 w 50800"/>
              <a:gd name="connsiteY8" fmla="*/ 25400 h 11176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50800" h="1117600">
                <a:moveTo>
                  <a:pt x="0" y="25400"/>
                </a:moveTo>
                <a:cubicBezTo>
                  <a:pt x="0" y="11372"/>
                  <a:pt x="11372" y="0"/>
                  <a:pt x="25400" y="0"/>
                </a:cubicBezTo>
                <a:lnTo>
                  <a:pt x="25400" y="0"/>
                </a:lnTo>
                <a:cubicBezTo>
                  <a:pt x="39428" y="0"/>
                  <a:pt x="50800" y="11372"/>
                  <a:pt x="50800" y="25400"/>
                </a:cubicBezTo>
                <a:lnTo>
                  <a:pt x="50800" y="1092200"/>
                </a:lnTo>
                <a:cubicBezTo>
                  <a:pt x="50800" y="1106228"/>
                  <a:pt x="39428" y="1117600"/>
                  <a:pt x="25400" y="1117600"/>
                </a:cubicBezTo>
                <a:lnTo>
                  <a:pt x="25400" y="1117600"/>
                </a:lnTo>
                <a:cubicBezTo>
                  <a:pt x="11372" y="1117600"/>
                  <a:pt x="0" y="1106228"/>
                  <a:pt x="0" y="1092200"/>
                </a:cubicBezTo>
                <a:lnTo>
                  <a:pt x="0" y="25400"/>
                </a:lnTo>
                <a:close/>
              </a:path>
            </a:pathLst>
          </a:custGeom>
          <a:solidFill>
            <a:schemeClr val="accent1"/>
          </a:solidFill>
          <a:ln>
            <a:solidFill>
              <a:prstClr val="black">
                <a:alpha val="0"/>
              </a:prstClr>
            </a:solidFill>
            <a:prstDash val="solid"/>
          </a:ln>
        </p:spPr>
        <p:txBody>
          <a:bodyPr>
            <a:noAutofit/>
          </a:bodyPr>
          <a:lstStyle>
            <a:lvl1pPr marL="0" indent="0">
              <a:buNone/>
              <a:defRPr/>
            </a:lvl1pPr>
            <a:lvl2pPr>
              <a:buNone/>
              <a:defRPr/>
            </a:lvl2pPr>
            <a:lvl3pPr>
              <a:buNone/>
              <a:defRPr/>
            </a:lvl3pPr>
            <a:lvl4pPr>
              <a:buNone/>
              <a:defRPr/>
            </a:lvl4pPr>
            <a:lvl5pPr>
              <a:buNone/>
              <a:defRPr/>
            </a:lvl5pPr>
          </a:lstStyle>
          <a:p>
            <a:pPr lvl="0"/>
            <a:r>
              <a:rPr lang="zh-CN" altLang="en-US"/>
              <a:t> </a:t>
            </a:r>
          </a:p>
        </p:txBody>
      </p:sp>
      <p:sp>
        <p:nvSpPr>
          <p:cNvPr id="14" name="Text Placeholder 13"/>
          <p:cNvSpPr>
            <a:spLocks noGrp="1"/>
          </p:cNvSpPr>
          <p:nvPr>
            <p:ph type="body" idx="16386" hasCustomPrompt="1"/>
            <p:custDataLst>
              <p:tags r:id="rId7"/>
            </p:custDataLst>
          </p:nvPr>
        </p:nvSpPr>
        <p:spPr>
          <a:xfrm>
            <a:off x="6858000" y="2286000"/>
            <a:ext cx="47244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Item title</a:t>
            </a:r>
          </a:p>
        </p:txBody>
      </p:sp>
      <p:sp>
        <p:nvSpPr>
          <p:cNvPr id="15" name="Text Placeholder 14"/>
          <p:cNvSpPr>
            <a:spLocks noGrp="1"/>
          </p:cNvSpPr>
          <p:nvPr>
            <p:ph type="body" idx="16387" hasCustomPrompt="1"/>
            <p:custDataLst>
              <p:tags r:id="rId8"/>
            </p:custDataLst>
          </p:nvPr>
        </p:nvSpPr>
        <p:spPr>
          <a:xfrm>
            <a:off x="6858000" y="2794000"/>
            <a:ext cx="4724400" cy="609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Enter title text here</a:t>
            </a:r>
          </a:p>
        </p:txBody>
      </p:sp>
      <p:sp>
        <p:nvSpPr>
          <p:cNvPr id="16" name="装饰  5"/>
          <p:cNvSpPr>
            <a:spLocks noGrp="1"/>
          </p:cNvSpPr>
          <p:nvPr>
            <p:ph type="body" idx="16394" hasCustomPrompt="1"/>
            <p:custDataLst>
              <p:tags r:id="rId9"/>
            </p:custDataLst>
          </p:nvPr>
        </p:nvSpPr>
        <p:spPr>
          <a:xfrm>
            <a:off x="6705600" y="3708400"/>
            <a:ext cx="50800" cy="1117600"/>
          </a:xfrm>
          <a:custGeom>
            <a:avLst/>
            <a:gdLst>
              <a:gd name="connisteX0" fmla="*/ 0 w 50800"/>
              <a:gd name="connsiteY0" fmla="*/ 25400 h 1117600"/>
              <a:gd name="connisteX1" fmla="*/ 25400 w 50800"/>
              <a:gd name="connsiteY1" fmla="*/ 0 h 1117600"/>
              <a:gd name="connisteX2" fmla="*/ 25400 w 50800"/>
              <a:gd name="connsiteY2" fmla="*/ 0 h 1117600"/>
              <a:gd name="connisteX3" fmla="*/ 50800 w 50800"/>
              <a:gd name="connsiteY3" fmla="*/ 25400 h 1117600"/>
              <a:gd name="connisteX4" fmla="*/ 50800 w 50800"/>
              <a:gd name="connsiteY4" fmla="*/ 1092200 h 1117600"/>
              <a:gd name="connisteX5" fmla="*/ 25400 w 50800"/>
              <a:gd name="connsiteY5" fmla="*/ 1117600 h 1117600"/>
              <a:gd name="connisteX6" fmla="*/ 25400 w 50800"/>
              <a:gd name="connsiteY6" fmla="*/ 1117600 h 1117600"/>
              <a:gd name="connisteX7" fmla="*/ 0 w 50800"/>
              <a:gd name="connsiteY7" fmla="*/ 1092200 h 1117600"/>
              <a:gd name="connisteX8" fmla="*/ 0 w 50800"/>
              <a:gd name="connsiteY8" fmla="*/ 25400 h 11176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50800" h="1117600">
                <a:moveTo>
                  <a:pt x="0" y="25400"/>
                </a:moveTo>
                <a:cubicBezTo>
                  <a:pt x="0" y="11372"/>
                  <a:pt x="11372" y="0"/>
                  <a:pt x="25400" y="0"/>
                </a:cubicBezTo>
                <a:lnTo>
                  <a:pt x="25400" y="0"/>
                </a:lnTo>
                <a:cubicBezTo>
                  <a:pt x="39428" y="0"/>
                  <a:pt x="50800" y="11372"/>
                  <a:pt x="50800" y="25400"/>
                </a:cubicBezTo>
                <a:lnTo>
                  <a:pt x="50800" y="1092200"/>
                </a:lnTo>
                <a:cubicBezTo>
                  <a:pt x="50800" y="1106228"/>
                  <a:pt x="39428" y="1117600"/>
                  <a:pt x="25400" y="1117600"/>
                </a:cubicBezTo>
                <a:lnTo>
                  <a:pt x="25400" y="1117600"/>
                </a:lnTo>
                <a:cubicBezTo>
                  <a:pt x="11372" y="1117600"/>
                  <a:pt x="0" y="1106228"/>
                  <a:pt x="0" y="1092200"/>
                </a:cubicBezTo>
                <a:lnTo>
                  <a:pt x="0" y="25400"/>
                </a:lnTo>
                <a:close/>
              </a:path>
            </a:pathLst>
          </a:custGeom>
          <a:solidFill>
            <a:schemeClr val="accent1"/>
          </a:solidFill>
          <a:ln>
            <a:solidFill>
              <a:prstClr val="black">
                <a:alpha val="0"/>
              </a:prstClr>
            </a:solidFill>
            <a:prstDash val="solid"/>
          </a:ln>
        </p:spPr>
        <p:txBody>
          <a:bodyPr>
            <a:noAutofit/>
          </a:bodyPr>
          <a:lstStyle>
            <a:lvl1pPr marL="0" indent="0">
              <a:buNone/>
              <a:defRPr/>
            </a:lvl1pPr>
            <a:lvl2pPr>
              <a:buNone/>
              <a:defRPr/>
            </a:lvl2pPr>
            <a:lvl3pPr>
              <a:buNone/>
              <a:defRPr/>
            </a:lvl3pPr>
            <a:lvl4pPr>
              <a:buNone/>
              <a:defRPr/>
            </a:lvl4pPr>
            <a:lvl5pPr>
              <a:buNone/>
              <a:defRPr/>
            </a:lvl5pPr>
          </a:lstStyle>
          <a:p>
            <a:pPr lvl="0"/>
            <a:r>
              <a:rPr lang="zh-CN" altLang="en-US"/>
              <a:t> </a:t>
            </a:r>
          </a:p>
        </p:txBody>
      </p:sp>
      <p:sp>
        <p:nvSpPr>
          <p:cNvPr id="17" name="Text Placeholder 16"/>
          <p:cNvSpPr>
            <a:spLocks noGrp="1"/>
          </p:cNvSpPr>
          <p:nvPr>
            <p:ph type="body" idx="16388" hasCustomPrompt="1"/>
            <p:custDataLst>
              <p:tags r:id="rId10"/>
            </p:custDataLst>
          </p:nvPr>
        </p:nvSpPr>
        <p:spPr>
          <a:xfrm>
            <a:off x="6858000" y="3708400"/>
            <a:ext cx="47244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Item title</a:t>
            </a:r>
          </a:p>
        </p:txBody>
      </p:sp>
      <p:sp>
        <p:nvSpPr>
          <p:cNvPr id="18" name="Text Placeholder 17"/>
          <p:cNvSpPr>
            <a:spLocks noGrp="1"/>
          </p:cNvSpPr>
          <p:nvPr>
            <p:ph type="body" idx="16389" hasCustomPrompt="1"/>
            <p:custDataLst>
              <p:tags r:id="rId11"/>
            </p:custDataLst>
          </p:nvPr>
        </p:nvSpPr>
        <p:spPr>
          <a:xfrm>
            <a:off x="6858000" y="4216400"/>
            <a:ext cx="4724400" cy="609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Enter title text here</a:t>
            </a:r>
          </a:p>
        </p:txBody>
      </p:sp>
      <p:sp>
        <p:nvSpPr>
          <p:cNvPr id="19" name="装饰  8"/>
          <p:cNvSpPr>
            <a:spLocks noGrp="1"/>
          </p:cNvSpPr>
          <p:nvPr>
            <p:ph type="body" idx="16395" hasCustomPrompt="1"/>
            <p:custDataLst>
              <p:tags r:id="rId12"/>
            </p:custDataLst>
          </p:nvPr>
        </p:nvSpPr>
        <p:spPr>
          <a:xfrm>
            <a:off x="6705600" y="5130800"/>
            <a:ext cx="50800" cy="1117600"/>
          </a:xfrm>
          <a:custGeom>
            <a:avLst/>
            <a:gdLst>
              <a:gd name="connisteX0" fmla="*/ 0 w 50800"/>
              <a:gd name="connsiteY0" fmla="*/ 25400 h 1117600"/>
              <a:gd name="connisteX1" fmla="*/ 25400 w 50800"/>
              <a:gd name="connsiteY1" fmla="*/ 0 h 1117600"/>
              <a:gd name="connisteX2" fmla="*/ 25400 w 50800"/>
              <a:gd name="connsiteY2" fmla="*/ 0 h 1117600"/>
              <a:gd name="connisteX3" fmla="*/ 50800 w 50800"/>
              <a:gd name="connsiteY3" fmla="*/ 25400 h 1117600"/>
              <a:gd name="connisteX4" fmla="*/ 50800 w 50800"/>
              <a:gd name="connsiteY4" fmla="*/ 1092200 h 1117600"/>
              <a:gd name="connisteX5" fmla="*/ 25400 w 50800"/>
              <a:gd name="connsiteY5" fmla="*/ 1117600 h 1117600"/>
              <a:gd name="connisteX6" fmla="*/ 25400 w 50800"/>
              <a:gd name="connsiteY6" fmla="*/ 1117600 h 1117600"/>
              <a:gd name="connisteX7" fmla="*/ 0 w 50800"/>
              <a:gd name="connsiteY7" fmla="*/ 1092200 h 1117600"/>
              <a:gd name="connisteX8" fmla="*/ 0 w 50800"/>
              <a:gd name="connsiteY8" fmla="*/ 25400 h 11176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50800" h="1117600">
                <a:moveTo>
                  <a:pt x="0" y="25400"/>
                </a:moveTo>
                <a:cubicBezTo>
                  <a:pt x="0" y="11372"/>
                  <a:pt x="11372" y="0"/>
                  <a:pt x="25400" y="0"/>
                </a:cubicBezTo>
                <a:lnTo>
                  <a:pt x="25400" y="0"/>
                </a:lnTo>
                <a:cubicBezTo>
                  <a:pt x="39428" y="0"/>
                  <a:pt x="50800" y="11372"/>
                  <a:pt x="50800" y="25400"/>
                </a:cubicBezTo>
                <a:lnTo>
                  <a:pt x="50800" y="1092200"/>
                </a:lnTo>
                <a:cubicBezTo>
                  <a:pt x="50800" y="1106228"/>
                  <a:pt x="39428" y="1117600"/>
                  <a:pt x="25400" y="1117600"/>
                </a:cubicBezTo>
                <a:lnTo>
                  <a:pt x="25400" y="1117600"/>
                </a:lnTo>
                <a:cubicBezTo>
                  <a:pt x="11372" y="1117600"/>
                  <a:pt x="0" y="1106228"/>
                  <a:pt x="0" y="1092200"/>
                </a:cubicBezTo>
                <a:lnTo>
                  <a:pt x="0" y="25400"/>
                </a:lnTo>
                <a:close/>
              </a:path>
            </a:pathLst>
          </a:custGeom>
          <a:solidFill>
            <a:schemeClr val="accent1"/>
          </a:solidFill>
          <a:ln>
            <a:solidFill>
              <a:prstClr val="black">
                <a:alpha val="0"/>
              </a:prstClr>
            </a:solidFill>
            <a:prstDash val="solid"/>
          </a:ln>
        </p:spPr>
        <p:txBody>
          <a:bodyPr>
            <a:noAutofit/>
          </a:bodyPr>
          <a:lstStyle>
            <a:lvl1pPr marL="0" indent="0">
              <a:buNone/>
              <a:defRPr/>
            </a:lvl1pPr>
            <a:lvl2pPr>
              <a:buNone/>
              <a:defRPr/>
            </a:lvl2pPr>
            <a:lvl3pPr>
              <a:buNone/>
              <a:defRPr/>
            </a:lvl3pPr>
            <a:lvl4pPr>
              <a:buNone/>
              <a:defRPr/>
            </a:lvl4pPr>
            <a:lvl5pPr>
              <a:buNone/>
              <a:defRPr/>
            </a:lvl5pPr>
          </a:lstStyle>
          <a:p>
            <a:pPr lvl="0"/>
            <a:r>
              <a:rPr lang="zh-CN" altLang="en-US"/>
              <a:t> </a:t>
            </a:r>
          </a:p>
        </p:txBody>
      </p:sp>
      <p:sp>
        <p:nvSpPr>
          <p:cNvPr id="20" name="Text Placeholder 19"/>
          <p:cNvSpPr>
            <a:spLocks noGrp="1"/>
          </p:cNvSpPr>
          <p:nvPr>
            <p:ph type="body" idx="16390" hasCustomPrompt="1"/>
            <p:custDataLst>
              <p:tags r:id="rId13"/>
            </p:custDataLst>
          </p:nvPr>
        </p:nvSpPr>
        <p:spPr>
          <a:xfrm>
            <a:off x="6858000" y="5130800"/>
            <a:ext cx="47244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Item title</a:t>
            </a:r>
          </a:p>
        </p:txBody>
      </p:sp>
      <p:sp>
        <p:nvSpPr>
          <p:cNvPr id="21" name="Text Placeholder 20"/>
          <p:cNvSpPr>
            <a:spLocks noGrp="1"/>
          </p:cNvSpPr>
          <p:nvPr>
            <p:ph type="body" idx="16391" hasCustomPrompt="1"/>
            <p:custDataLst>
              <p:tags r:id="rId14"/>
            </p:custDataLst>
          </p:nvPr>
        </p:nvSpPr>
        <p:spPr>
          <a:xfrm>
            <a:off x="6858000" y="5638800"/>
            <a:ext cx="4724400" cy="609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Enter title text here</a:t>
            </a:r>
          </a:p>
        </p:txBody>
      </p:sp>
    </p:spTree>
  </p:cSld>
  <p:clrMapOvr>
    <a:overrideClrMapping bg1="dk1" tx1="lt1" bg2="dk2" tx2="lt2" accent1="accent1" accent2="accent2" accent3="accent3" accent4="accent4" accent5="accent5" accent6="accent6" hlink="hlink" folHlink="folHlink"/>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ontent_Slide-61_10">
    <p:bg>
      <p:bgRef idx="1001">
        <a:schemeClr val="bg2"/>
      </p:bgRef>
    </p:bg>
    <p:spTree>
      <p:nvGrpSpPr>
        <p:cNvPr id="1" name=""/>
        <p:cNvGrpSpPr/>
        <p:nvPr/>
      </p:nvGrpSpPr>
      <p:grpSpPr>
        <a:xfrm>
          <a:off x="0" y="0"/>
          <a:ext cx="0" cy="0"/>
          <a:chOff x="0" y="0"/>
          <a:chExt cx="0" cy="0"/>
        </a:xfrm>
      </p:grpSpPr>
      <p:sp>
        <p:nvSpPr>
          <p:cNvPr id="8" name="日期占位符 3"/>
          <p:cNvSpPr>
            <a:spLocks noGrp="1"/>
          </p:cNvSpPr>
          <p:nvPr>
            <p:ph type="dt" sz="half" idx="10"/>
            <p:custDataLst>
              <p:tags r:id="rId1"/>
            </p:custDataLst>
          </p:nvPr>
        </p:nvSpPr>
        <p:spPr/>
        <p:txBody>
          <a:bodyPr/>
          <a:lstStyle/>
          <a:p>
            <a:fld id="{760FBDFE-C587-4B4C-A407-44438C67B59E}" type="datetimeFigureOut">
              <a:rPr lang="zh-CN" altLang="en-US" smtClean="0"/>
              <a:t>2026/7/9</a:t>
            </a:fld>
            <a:endParaRPr lang="zh-CN" altLang="en-US"/>
          </a:p>
        </p:txBody>
      </p:sp>
      <p:sp>
        <p:nvSpPr>
          <p:cNvPr id="9" name="页脚占位符 4"/>
          <p:cNvSpPr>
            <a:spLocks noGrp="1"/>
          </p:cNvSpPr>
          <p:nvPr>
            <p:ph type="ftr" sz="quarter" idx="11"/>
            <p:custDataLst>
              <p:tags r:id="rId2"/>
            </p:custDataLst>
          </p:nvPr>
        </p:nvSpPr>
        <p:spPr/>
        <p:txBody>
          <a:bodyPr/>
          <a:lstStyle/>
          <a:p>
            <a:endParaRPr lang="zh-CN" altLang="en-US"/>
          </a:p>
        </p:txBody>
      </p:sp>
      <p:sp>
        <p:nvSpPr>
          <p:cNvPr id="10" name="灯片编号占位符 5"/>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11" name="Title 10"/>
          <p:cNvSpPr>
            <a:spLocks noGrp="1"/>
          </p:cNvSpPr>
          <p:nvPr>
            <p:ph type="ctrTitle" idx="16385" hasCustomPrompt="1"/>
            <p:custDataLst>
              <p:tags r:id="rId4"/>
            </p:custDataLst>
          </p:nvPr>
        </p:nvSpPr>
        <p:spPr>
          <a:xfrm>
            <a:off x="5842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pPr lvl="0"/>
            <a:r>
              <a:t>Your slide title here</a:t>
            </a:r>
          </a:p>
        </p:txBody>
      </p:sp>
      <p:sp>
        <p:nvSpPr>
          <p:cNvPr id="12" name="Content Placeholder 11"/>
          <p:cNvSpPr>
            <a:spLocks noGrp="1"/>
          </p:cNvSpPr>
          <p:nvPr>
            <p:ph idx="16388" hasCustomPrompt="1"/>
            <p:custDataLst>
              <p:tags r:id="rId5"/>
            </p:custDataLst>
          </p:nvPr>
        </p:nvSpPr>
        <p:spPr>
          <a:xfrm>
            <a:off x="7518400" y="1524000"/>
            <a:ext cx="4038600" cy="4724400"/>
          </a:xfrm>
          <a:custGeom>
            <a:avLst/>
            <a:gdLst>
              <a:gd name="connisteX0" fmla="*/ 0 w 4038600"/>
              <a:gd name="connsiteY0" fmla="*/ 0 h 4724400"/>
              <a:gd name="connisteX1" fmla="*/ 3835400 w 4038600"/>
              <a:gd name="connsiteY1" fmla="*/ 0 h 4724400"/>
              <a:gd name="connisteX2" fmla="*/ 4038600 w 4038600"/>
              <a:gd name="connsiteY2" fmla="*/ 203200 h 4724400"/>
              <a:gd name="connisteX3" fmla="*/ 4038600 w 4038600"/>
              <a:gd name="connsiteY3" fmla="*/ 4521200 h 4724400"/>
              <a:gd name="connisteX4" fmla="*/ 3835400 w 4038600"/>
              <a:gd name="connsiteY4" fmla="*/ 4724400 h 4724400"/>
              <a:gd name="connisteX5" fmla="*/ 0 w 4038600"/>
              <a:gd name="connsiteY5" fmla="*/ 4724400 h 4724400"/>
              <a:gd name="connisteX6" fmla="*/ 0 w 4038600"/>
              <a:gd name="connsiteY6" fmla="*/ 0 h 472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4038600" h="4724400">
                <a:moveTo>
                  <a:pt x="0" y="0"/>
                </a:moveTo>
                <a:lnTo>
                  <a:pt x="3835400" y="0"/>
                </a:lnTo>
                <a:cubicBezTo>
                  <a:pt x="3947624" y="0"/>
                  <a:pt x="4038600" y="90976"/>
                  <a:pt x="4038600" y="203200"/>
                </a:cubicBezTo>
                <a:lnTo>
                  <a:pt x="4038600" y="4521200"/>
                </a:lnTo>
                <a:cubicBezTo>
                  <a:pt x="4038600" y="4633424"/>
                  <a:pt x="3947624" y="4724400"/>
                  <a:pt x="3835400" y="4724400"/>
                </a:cubicBezTo>
                <a:lnTo>
                  <a:pt x="0" y="4724400"/>
                </a:lnTo>
                <a:lnTo>
                  <a:pt x="0" y="0"/>
                </a:lnTo>
                <a:close/>
              </a:path>
            </a:pathLst>
          </a:custGeom>
          <a:solidFill>
            <a:srgbClr val="DDDDDD"/>
          </a:solidFill>
          <a:ln>
            <a:noFill/>
          </a:ln>
        </p:spPr>
        <p:txBody>
          <a:bodyPr>
            <a:normAutofit/>
          </a:bodyPr>
          <a:lstStyle>
            <a:lvl1pPr marL="0" indent="0">
              <a:buNone/>
              <a:defRPr/>
            </a:lvl1pPr>
            <a:lvl2pPr>
              <a:buNone/>
              <a:defRPr/>
            </a:lvl2pPr>
            <a:lvl3pPr>
              <a:buNone/>
              <a:defRPr/>
            </a:lvl3pPr>
            <a:lvl4pPr>
              <a:buNone/>
              <a:defRPr/>
            </a:lvl4pPr>
            <a:lvl5pPr>
              <a:buNone/>
              <a:defRPr/>
            </a:lvl5pPr>
          </a:lstStyle>
          <a:p>
            <a:pPr lvl="0"/>
            <a:r>
              <a:rPr lang="zh-CN" altLang="en-US"/>
              <a:t> </a:t>
            </a:r>
          </a:p>
        </p:txBody>
      </p:sp>
      <p:sp>
        <p:nvSpPr>
          <p:cNvPr id="13" name="装饰  2"/>
          <p:cNvSpPr>
            <a:spLocks noGrp="1"/>
          </p:cNvSpPr>
          <p:nvPr>
            <p:ph type="body" idx="16389" hasCustomPrompt="1"/>
            <p:custDataLst>
              <p:tags r:id="rId6"/>
            </p:custDataLst>
          </p:nvPr>
        </p:nvSpPr>
        <p:spPr>
          <a:xfrm>
            <a:off x="584200" y="1524000"/>
            <a:ext cx="6934200" cy="4724400"/>
          </a:xfrm>
          <a:custGeom>
            <a:avLst/>
            <a:gdLst>
              <a:gd name="connisteX0" fmla="*/ 0 w 6934200"/>
              <a:gd name="connsiteY0" fmla="*/ 203200 h 4724400"/>
              <a:gd name="connisteX1" fmla="*/ 203200 w 6934200"/>
              <a:gd name="connsiteY1" fmla="*/ 0 h 4724400"/>
              <a:gd name="connisteX2" fmla="*/ 6934200 w 6934200"/>
              <a:gd name="connsiteY2" fmla="*/ 0 h 4724400"/>
              <a:gd name="connisteX3" fmla="*/ 6934200 w 6934200"/>
              <a:gd name="connsiteY3" fmla="*/ 4724400 h 4724400"/>
              <a:gd name="connisteX4" fmla="*/ 203200 w 6934200"/>
              <a:gd name="connsiteY4" fmla="*/ 4724400 h 4724400"/>
              <a:gd name="connisteX5" fmla="*/ 0 w 6934200"/>
              <a:gd name="connsiteY5" fmla="*/ 4521200 h 4724400"/>
              <a:gd name="connisteX6" fmla="*/ 0 w 6934200"/>
              <a:gd name="connsiteY6" fmla="*/ 203200 h 472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6934200" h="4724400">
                <a:moveTo>
                  <a:pt x="0" y="203200"/>
                </a:moveTo>
                <a:cubicBezTo>
                  <a:pt x="0" y="90976"/>
                  <a:pt x="90976" y="0"/>
                  <a:pt x="203200" y="0"/>
                </a:cubicBezTo>
                <a:lnTo>
                  <a:pt x="6934200" y="0"/>
                </a:lnTo>
                <a:lnTo>
                  <a:pt x="6934200" y="4724400"/>
                </a:lnTo>
                <a:lnTo>
                  <a:pt x="203200" y="4724400"/>
                </a:lnTo>
                <a:cubicBezTo>
                  <a:pt x="90976" y="4724400"/>
                  <a:pt x="0" y="4633424"/>
                  <a:pt x="0" y="4521200"/>
                </a:cubicBezTo>
                <a:lnTo>
                  <a:pt x="0" y="203200"/>
                </a:lnTo>
                <a:close/>
              </a:path>
            </a:pathLst>
          </a:custGeom>
          <a:solidFill>
            <a:schemeClr val="accent1"/>
          </a:solidFill>
          <a:ln>
            <a:solidFill>
              <a:prstClr val="black">
                <a:alpha val="0"/>
              </a:prstClr>
            </a:solidFill>
            <a:prstDash val="solid"/>
          </a:ln>
        </p:spPr>
        <p:txBody>
          <a:bodyPr>
            <a:noAutofit/>
          </a:bodyPr>
          <a:lstStyle>
            <a:lvl1pPr marL="0" indent="0">
              <a:buNone/>
              <a:defRPr/>
            </a:lvl1pPr>
            <a:lvl2pPr>
              <a:buNone/>
              <a:defRPr/>
            </a:lvl2pPr>
            <a:lvl3pPr>
              <a:buNone/>
              <a:defRPr/>
            </a:lvl3pPr>
            <a:lvl4pPr>
              <a:buNone/>
              <a:defRPr/>
            </a:lvl4pPr>
            <a:lvl5pPr>
              <a:buNone/>
              <a:defRPr/>
            </a:lvl5pPr>
          </a:lstStyle>
          <a:p>
            <a:pPr lvl="0"/>
            <a:r>
              <a:rPr lang="zh-CN" altLang="en-US"/>
              <a:t> </a:t>
            </a:r>
          </a:p>
        </p:txBody>
      </p:sp>
      <p:sp>
        <p:nvSpPr>
          <p:cNvPr id="14" name="Text Placeholder 13"/>
          <p:cNvSpPr>
            <a:spLocks noGrp="1"/>
          </p:cNvSpPr>
          <p:nvPr>
            <p:ph type="body" idx="16386" hasCustomPrompt="1"/>
            <p:custDataLst>
              <p:tags r:id="rId7"/>
            </p:custDataLst>
          </p:nvPr>
        </p:nvSpPr>
        <p:spPr>
          <a:xfrm>
            <a:off x="1041400" y="2692400"/>
            <a:ext cx="6019800" cy="406400"/>
          </a:xfrm>
          <a:noFill/>
        </p:spPr>
        <p:txBody>
          <a:bodyPr lIns="0" tIns="0" rIns="0" bIns="0" anchor="t">
            <a:normAutofit/>
          </a:bodyPr>
          <a:lstStyle>
            <a:lvl1pPr marL="0" indent="0" algn="l">
              <a:lnSpc>
                <a:spcPct val="111000"/>
              </a:lnSpc>
              <a:spcBef>
                <a:spcPct val="0"/>
              </a:spcBef>
              <a:spcAft>
                <a:spcPct val="0"/>
              </a:spcAft>
              <a:buNone/>
              <a:defRPr sz="2400" b="0" spc="0">
                <a:solidFill>
                  <a:srgbClr val="FFFFFF"/>
                </a:solidFill>
              </a:defRPr>
            </a:lvl1pPr>
          </a:lstStyle>
          <a:p>
            <a:pPr lvl="0"/>
            <a:r>
              <a:rPr lang="zh-CN" altLang="en-US"/>
              <a:t>Item title here</a:t>
            </a:r>
          </a:p>
        </p:txBody>
      </p:sp>
      <p:sp>
        <p:nvSpPr>
          <p:cNvPr id="15" name="Text Placeholder 14"/>
          <p:cNvSpPr>
            <a:spLocks noGrp="1"/>
          </p:cNvSpPr>
          <p:nvPr>
            <p:ph type="body" idx="16387" hasCustomPrompt="1"/>
            <p:custDataLst>
              <p:tags r:id="rId8"/>
            </p:custDataLst>
          </p:nvPr>
        </p:nvSpPr>
        <p:spPr>
          <a:xfrm>
            <a:off x="1041400" y="3251200"/>
            <a:ext cx="6019800" cy="1828800"/>
          </a:xfrm>
          <a:noFill/>
        </p:spPr>
        <p:txBody>
          <a:bodyPr lIns="0" tIns="0" rIns="0" bIns="0" anchor="t">
            <a:normAutofit/>
          </a:bodyPr>
          <a:lstStyle>
            <a:lvl1pPr marL="0" indent="0" algn="l">
              <a:lnSpc>
                <a:spcPct val="125000"/>
              </a:lnSpc>
              <a:spcBef>
                <a:spcPct val="0"/>
              </a:spcBef>
              <a:spcAft>
                <a:spcPct val="0"/>
              </a:spcAft>
              <a:buNone/>
              <a:defRPr sz="1600" b="0" spc="0">
                <a:solidFill>
                  <a:srgbClr val="FFFFFF"/>
                </a:solidFill>
              </a:defRPr>
            </a:lvl1pPr>
          </a:lstStyle>
          <a:p>
            <a:pPr lvl="0"/>
            <a:r>
              <a:rPr lang="zh-CN" altLang="en-US"/>
              <a:t>Enter text here</a:t>
            </a:r>
          </a:p>
        </p:txBody>
      </p:sp>
    </p:spTree>
  </p:cSld>
  <p:clrMapOvr>
    <a:overrideClrMapping bg1="dk1" tx1="lt1" bg2="dk2" tx2="lt2" accent1="accent1" accent2="accent2" accent3="accent3" accent4="accent4" accent5="accent5" accent6="accent6" hlink="hlink" folHlink="folHlink"/>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Content_Slide-10009_18">
    <p:bg>
      <p:bgRef idx="1001">
        <a:schemeClr val="bg2"/>
      </p:bgRef>
    </p:bg>
    <p:spTree>
      <p:nvGrpSpPr>
        <p:cNvPr id="1" name=""/>
        <p:cNvGrpSpPr/>
        <p:nvPr/>
      </p:nvGrpSpPr>
      <p:grpSpPr>
        <a:xfrm>
          <a:off x="0" y="0"/>
          <a:ext cx="0" cy="0"/>
          <a:chOff x="0" y="0"/>
          <a:chExt cx="0" cy="0"/>
        </a:xfrm>
      </p:grpSpPr>
      <p:sp>
        <p:nvSpPr>
          <p:cNvPr id="8" name="日期占位符 3"/>
          <p:cNvSpPr>
            <a:spLocks noGrp="1"/>
          </p:cNvSpPr>
          <p:nvPr>
            <p:ph type="dt" sz="half" idx="10"/>
            <p:custDataLst>
              <p:tags r:id="rId1"/>
            </p:custDataLst>
          </p:nvPr>
        </p:nvSpPr>
        <p:spPr/>
        <p:txBody>
          <a:bodyPr/>
          <a:lstStyle/>
          <a:p>
            <a:fld id="{760FBDFE-C587-4B4C-A407-44438C67B59E}" type="datetimeFigureOut">
              <a:rPr lang="zh-CN" altLang="en-US" smtClean="0"/>
              <a:t>2026/7/9</a:t>
            </a:fld>
            <a:endParaRPr lang="zh-CN" altLang="en-US"/>
          </a:p>
        </p:txBody>
      </p:sp>
      <p:sp>
        <p:nvSpPr>
          <p:cNvPr id="9" name="页脚占位符 4"/>
          <p:cNvSpPr>
            <a:spLocks noGrp="1"/>
          </p:cNvSpPr>
          <p:nvPr>
            <p:ph type="ftr" sz="quarter" idx="11"/>
            <p:custDataLst>
              <p:tags r:id="rId2"/>
            </p:custDataLst>
          </p:nvPr>
        </p:nvSpPr>
        <p:spPr/>
        <p:txBody>
          <a:bodyPr/>
          <a:lstStyle/>
          <a:p>
            <a:endParaRPr lang="zh-CN" altLang="en-US"/>
          </a:p>
        </p:txBody>
      </p:sp>
      <p:sp>
        <p:nvSpPr>
          <p:cNvPr id="10" name="灯片编号占位符 5"/>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11" name="Title 10"/>
          <p:cNvSpPr>
            <a:spLocks noGrp="1"/>
          </p:cNvSpPr>
          <p:nvPr>
            <p:ph type="ctrTitle" idx="16385" hasCustomPrompt="1"/>
            <p:custDataLst>
              <p:tags r:id="rId4"/>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pPr lvl="0"/>
            <a:r>
              <a:rPr lang="zh-CN" altLang="en-US"/>
              <a:t>Your slide title here</a:t>
            </a:r>
          </a:p>
        </p:txBody>
      </p:sp>
      <p:sp>
        <p:nvSpPr>
          <p:cNvPr id="12" name="Content Placeholder 11"/>
          <p:cNvSpPr>
            <a:spLocks noGrp="1"/>
          </p:cNvSpPr>
          <p:nvPr>
            <p:ph idx="16392" hasCustomPrompt="1"/>
            <p:custDataLst>
              <p:tags r:id="rId5"/>
            </p:custDataLst>
          </p:nvPr>
        </p:nvSpPr>
        <p:spPr>
          <a:xfrm>
            <a:off x="609600" y="1524000"/>
            <a:ext cx="3454400" cy="2032000"/>
          </a:xfrm>
          <a:custGeom>
            <a:avLst/>
            <a:gdLst>
              <a:gd name="connisteX0" fmla="*/ 0 w 3454400"/>
              <a:gd name="connsiteY0" fmla="*/ 203200 h 2032000"/>
              <a:gd name="connisteX1" fmla="*/ 203200 w 3454400"/>
              <a:gd name="connsiteY1" fmla="*/ 0 h 2032000"/>
              <a:gd name="connisteX2" fmla="*/ 3251200 w 3454400"/>
              <a:gd name="connsiteY2" fmla="*/ 0 h 2032000"/>
              <a:gd name="connisteX3" fmla="*/ 3454400 w 3454400"/>
              <a:gd name="connsiteY3" fmla="*/ 203200 h 2032000"/>
              <a:gd name="connisteX4" fmla="*/ 3454400 w 3454400"/>
              <a:gd name="connsiteY4" fmla="*/ 1828800 h 2032000"/>
              <a:gd name="connisteX5" fmla="*/ 3251200 w 3454400"/>
              <a:gd name="connsiteY5" fmla="*/ 2032000 h 2032000"/>
              <a:gd name="connisteX6" fmla="*/ 203200 w 3454400"/>
              <a:gd name="connsiteY6" fmla="*/ 2032000 h 2032000"/>
              <a:gd name="connisteX7" fmla="*/ 0 w 3454400"/>
              <a:gd name="connsiteY7" fmla="*/ 1828800 h 2032000"/>
              <a:gd name="connisteX8" fmla="*/ 0 w 3454400"/>
              <a:gd name="connsiteY8" fmla="*/ 203200 h 203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3454400" h="2032000">
                <a:moveTo>
                  <a:pt x="0" y="203200"/>
                </a:moveTo>
                <a:cubicBezTo>
                  <a:pt x="0" y="90976"/>
                  <a:pt x="90976" y="0"/>
                  <a:pt x="203200" y="0"/>
                </a:cubicBezTo>
                <a:lnTo>
                  <a:pt x="3251200" y="0"/>
                </a:lnTo>
                <a:cubicBezTo>
                  <a:pt x="3363424" y="0"/>
                  <a:pt x="3454400" y="90976"/>
                  <a:pt x="3454400" y="203200"/>
                </a:cubicBezTo>
                <a:lnTo>
                  <a:pt x="3454400" y="1828800"/>
                </a:lnTo>
                <a:cubicBezTo>
                  <a:pt x="3454400" y="1941024"/>
                  <a:pt x="3363424" y="2032000"/>
                  <a:pt x="3251200" y="2032000"/>
                </a:cubicBezTo>
                <a:lnTo>
                  <a:pt x="203200" y="2032000"/>
                </a:lnTo>
                <a:cubicBezTo>
                  <a:pt x="90976" y="2032000"/>
                  <a:pt x="0" y="1941024"/>
                  <a:pt x="0" y="1828800"/>
                </a:cubicBezTo>
                <a:lnTo>
                  <a:pt x="0" y="203200"/>
                </a:lnTo>
                <a:close/>
              </a:path>
            </a:pathLst>
          </a:custGeom>
          <a:solidFill>
            <a:srgbClr val="DDDDDD"/>
          </a:solidFill>
          <a:ln>
            <a:noFill/>
          </a:ln>
        </p:spPr>
        <p:txBody>
          <a:bodyPr>
            <a:normAutofit/>
          </a:bodyPr>
          <a:lstStyle>
            <a:lvl1pPr marL="0" indent="0">
              <a:buNone/>
              <a:defRPr/>
            </a:lvl1pPr>
            <a:lvl2pPr>
              <a:buNone/>
              <a:defRPr/>
            </a:lvl2pPr>
            <a:lvl3pPr>
              <a:buNone/>
              <a:defRPr/>
            </a:lvl3pPr>
            <a:lvl4pPr>
              <a:buNone/>
              <a:defRPr/>
            </a:lvl4pPr>
            <a:lvl5pPr>
              <a:buNone/>
              <a:defRPr/>
            </a:lvl5pPr>
          </a:lstStyle>
          <a:p>
            <a:pPr lvl="0"/>
            <a:r>
              <a:rPr lang="zh-CN" altLang="en-US"/>
              <a:t> </a:t>
            </a:r>
          </a:p>
        </p:txBody>
      </p:sp>
      <p:sp>
        <p:nvSpPr>
          <p:cNvPr id="13" name="Text Placeholder 12"/>
          <p:cNvSpPr>
            <a:spLocks noGrp="1"/>
          </p:cNvSpPr>
          <p:nvPr>
            <p:ph type="body" idx="16386" hasCustomPrompt="1"/>
            <p:custDataLst>
              <p:tags r:id="rId6"/>
            </p:custDataLst>
          </p:nvPr>
        </p:nvSpPr>
        <p:spPr>
          <a:xfrm>
            <a:off x="609600" y="3860800"/>
            <a:ext cx="34544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Item title</a:t>
            </a:r>
          </a:p>
        </p:txBody>
      </p:sp>
      <p:sp>
        <p:nvSpPr>
          <p:cNvPr id="14" name="Text Placeholder 13"/>
          <p:cNvSpPr>
            <a:spLocks noGrp="1"/>
          </p:cNvSpPr>
          <p:nvPr>
            <p:ph type="body" idx="16387" hasCustomPrompt="1"/>
            <p:custDataLst>
              <p:tags r:id="rId7"/>
            </p:custDataLst>
          </p:nvPr>
        </p:nvSpPr>
        <p:spPr>
          <a:xfrm>
            <a:off x="609600" y="4419600"/>
            <a:ext cx="3454400" cy="18288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Enter title text here</a:t>
            </a:r>
          </a:p>
        </p:txBody>
      </p:sp>
      <p:sp>
        <p:nvSpPr>
          <p:cNvPr id="15" name="Content Placeholder 14"/>
          <p:cNvSpPr>
            <a:spLocks noGrp="1"/>
          </p:cNvSpPr>
          <p:nvPr>
            <p:ph idx="16393" hasCustomPrompt="1"/>
            <p:custDataLst>
              <p:tags r:id="rId8"/>
            </p:custDataLst>
          </p:nvPr>
        </p:nvSpPr>
        <p:spPr>
          <a:xfrm>
            <a:off x="4368800" y="1524000"/>
            <a:ext cx="3454400" cy="2032000"/>
          </a:xfrm>
          <a:custGeom>
            <a:avLst/>
            <a:gdLst>
              <a:gd name="connisteX0" fmla="*/ 0 w 3454400"/>
              <a:gd name="connsiteY0" fmla="*/ 203200 h 2032000"/>
              <a:gd name="connisteX1" fmla="*/ 203200 w 3454400"/>
              <a:gd name="connsiteY1" fmla="*/ 0 h 2032000"/>
              <a:gd name="connisteX2" fmla="*/ 3251200 w 3454400"/>
              <a:gd name="connsiteY2" fmla="*/ 0 h 2032000"/>
              <a:gd name="connisteX3" fmla="*/ 3454400 w 3454400"/>
              <a:gd name="connsiteY3" fmla="*/ 203200 h 2032000"/>
              <a:gd name="connisteX4" fmla="*/ 3454400 w 3454400"/>
              <a:gd name="connsiteY4" fmla="*/ 1828800 h 2032000"/>
              <a:gd name="connisteX5" fmla="*/ 3251200 w 3454400"/>
              <a:gd name="connsiteY5" fmla="*/ 2032000 h 2032000"/>
              <a:gd name="connisteX6" fmla="*/ 203200 w 3454400"/>
              <a:gd name="connsiteY6" fmla="*/ 2032000 h 2032000"/>
              <a:gd name="connisteX7" fmla="*/ 0 w 3454400"/>
              <a:gd name="connsiteY7" fmla="*/ 1828800 h 2032000"/>
              <a:gd name="connisteX8" fmla="*/ 0 w 3454400"/>
              <a:gd name="connsiteY8" fmla="*/ 203200 h 203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3454400" h="2032000">
                <a:moveTo>
                  <a:pt x="0" y="203200"/>
                </a:moveTo>
                <a:cubicBezTo>
                  <a:pt x="0" y="90976"/>
                  <a:pt x="90976" y="0"/>
                  <a:pt x="203200" y="0"/>
                </a:cubicBezTo>
                <a:lnTo>
                  <a:pt x="3251200" y="0"/>
                </a:lnTo>
                <a:cubicBezTo>
                  <a:pt x="3363424" y="0"/>
                  <a:pt x="3454400" y="90976"/>
                  <a:pt x="3454400" y="203200"/>
                </a:cubicBezTo>
                <a:lnTo>
                  <a:pt x="3454400" y="1828800"/>
                </a:lnTo>
                <a:cubicBezTo>
                  <a:pt x="3454400" y="1941024"/>
                  <a:pt x="3363424" y="2032000"/>
                  <a:pt x="3251200" y="2032000"/>
                </a:cubicBezTo>
                <a:lnTo>
                  <a:pt x="203200" y="2032000"/>
                </a:lnTo>
                <a:cubicBezTo>
                  <a:pt x="90976" y="2032000"/>
                  <a:pt x="0" y="1941024"/>
                  <a:pt x="0" y="1828800"/>
                </a:cubicBezTo>
                <a:lnTo>
                  <a:pt x="0" y="203200"/>
                </a:lnTo>
                <a:close/>
              </a:path>
            </a:pathLst>
          </a:custGeom>
          <a:solidFill>
            <a:srgbClr val="DDDDDD"/>
          </a:solidFill>
          <a:ln>
            <a:noFill/>
          </a:ln>
        </p:spPr>
        <p:txBody>
          <a:bodyPr>
            <a:normAutofit/>
          </a:bodyPr>
          <a:lstStyle>
            <a:lvl1pPr marL="0" indent="0">
              <a:buNone/>
              <a:defRPr/>
            </a:lvl1pPr>
            <a:lvl2pPr>
              <a:buNone/>
              <a:defRPr/>
            </a:lvl2pPr>
            <a:lvl3pPr>
              <a:buNone/>
              <a:defRPr/>
            </a:lvl3pPr>
            <a:lvl4pPr>
              <a:buNone/>
              <a:defRPr/>
            </a:lvl4pPr>
            <a:lvl5pPr>
              <a:buNone/>
              <a:defRPr/>
            </a:lvl5pPr>
          </a:lstStyle>
          <a:p>
            <a:pPr lvl="0"/>
            <a:r>
              <a:rPr lang="zh-CN" altLang="en-US"/>
              <a:t> </a:t>
            </a:r>
          </a:p>
        </p:txBody>
      </p:sp>
      <p:sp>
        <p:nvSpPr>
          <p:cNvPr id="16" name="Text Placeholder 15"/>
          <p:cNvSpPr>
            <a:spLocks noGrp="1"/>
          </p:cNvSpPr>
          <p:nvPr>
            <p:ph type="body" idx="16388" hasCustomPrompt="1"/>
            <p:custDataLst>
              <p:tags r:id="rId9"/>
            </p:custDataLst>
          </p:nvPr>
        </p:nvSpPr>
        <p:spPr>
          <a:xfrm>
            <a:off x="4368800" y="3860800"/>
            <a:ext cx="34544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Item title</a:t>
            </a:r>
          </a:p>
        </p:txBody>
      </p:sp>
      <p:sp>
        <p:nvSpPr>
          <p:cNvPr id="17" name="Text Placeholder 16"/>
          <p:cNvSpPr>
            <a:spLocks noGrp="1"/>
          </p:cNvSpPr>
          <p:nvPr>
            <p:ph type="body" idx="16389" hasCustomPrompt="1"/>
            <p:custDataLst>
              <p:tags r:id="rId10"/>
            </p:custDataLst>
          </p:nvPr>
        </p:nvSpPr>
        <p:spPr>
          <a:xfrm>
            <a:off x="4368800" y="4419600"/>
            <a:ext cx="3454400" cy="18288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Enter title text here</a:t>
            </a:r>
          </a:p>
        </p:txBody>
      </p:sp>
      <p:sp>
        <p:nvSpPr>
          <p:cNvPr id="18" name="Content Placeholder 17"/>
          <p:cNvSpPr>
            <a:spLocks noGrp="1"/>
          </p:cNvSpPr>
          <p:nvPr>
            <p:ph idx="16394" hasCustomPrompt="1"/>
            <p:custDataLst>
              <p:tags r:id="rId11"/>
            </p:custDataLst>
          </p:nvPr>
        </p:nvSpPr>
        <p:spPr>
          <a:xfrm>
            <a:off x="8128000" y="1524000"/>
            <a:ext cx="3454400" cy="2032000"/>
          </a:xfrm>
          <a:custGeom>
            <a:avLst/>
            <a:gdLst>
              <a:gd name="connisteX0" fmla="*/ 0 w 3454400"/>
              <a:gd name="connsiteY0" fmla="*/ 203200 h 2032000"/>
              <a:gd name="connisteX1" fmla="*/ 203200 w 3454400"/>
              <a:gd name="connsiteY1" fmla="*/ 0 h 2032000"/>
              <a:gd name="connisteX2" fmla="*/ 3251200 w 3454400"/>
              <a:gd name="connsiteY2" fmla="*/ 0 h 2032000"/>
              <a:gd name="connisteX3" fmla="*/ 3454400 w 3454400"/>
              <a:gd name="connsiteY3" fmla="*/ 203200 h 2032000"/>
              <a:gd name="connisteX4" fmla="*/ 3454400 w 3454400"/>
              <a:gd name="connsiteY4" fmla="*/ 1828800 h 2032000"/>
              <a:gd name="connisteX5" fmla="*/ 3251200 w 3454400"/>
              <a:gd name="connsiteY5" fmla="*/ 2032000 h 2032000"/>
              <a:gd name="connisteX6" fmla="*/ 203200 w 3454400"/>
              <a:gd name="connsiteY6" fmla="*/ 2032000 h 2032000"/>
              <a:gd name="connisteX7" fmla="*/ 0 w 3454400"/>
              <a:gd name="connsiteY7" fmla="*/ 1828800 h 2032000"/>
              <a:gd name="connisteX8" fmla="*/ 0 w 3454400"/>
              <a:gd name="connsiteY8" fmla="*/ 203200 h 203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3454400" h="2032000">
                <a:moveTo>
                  <a:pt x="0" y="203200"/>
                </a:moveTo>
                <a:cubicBezTo>
                  <a:pt x="0" y="90976"/>
                  <a:pt x="90976" y="0"/>
                  <a:pt x="203200" y="0"/>
                </a:cubicBezTo>
                <a:lnTo>
                  <a:pt x="3251200" y="0"/>
                </a:lnTo>
                <a:cubicBezTo>
                  <a:pt x="3363424" y="0"/>
                  <a:pt x="3454400" y="90976"/>
                  <a:pt x="3454400" y="203200"/>
                </a:cubicBezTo>
                <a:lnTo>
                  <a:pt x="3454400" y="1828800"/>
                </a:lnTo>
                <a:cubicBezTo>
                  <a:pt x="3454400" y="1941024"/>
                  <a:pt x="3363424" y="2032000"/>
                  <a:pt x="3251200" y="2032000"/>
                </a:cubicBezTo>
                <a:lnTo>
                  <a:pt x="203200" y="2032000"/>
                </a:lnTo>
                <a:cubicBezTo>
                  <a:pt x="90976" y="2032000"/>
                  <a:pt x="0" y="1941024"/>
                  <a:pt x="0" y="1828800"/>
                </a:cubicBezTo>
                <a:lnTo>
                  <a:pt x="0" y="203200"/>
                </a:lnTo>
                <a:close/>
              </a:path>
            </a:pathLst>
          </a:custGeom>
          <a:solidFill>
            <a:srgbClr val="DDDDDD"/>
          </a:solidFill>
          <a:ln>
            <a:noFill/>
          </a:ln>
        </p:spPr>
        <p:txBody>
          <a:bodyPr>
            <a:normAutofit/>
          </a:bodyPr>
          <a:lstStyle>
            <a:lvl1pPr marL="0" indent="0">
              <a:buNone/>
              <a:defRPr/>
            </a:lvl1pPr>
            <a:lvl2pPr>
              <a:buNone/>
              <a:defRPr/>
            </a:lvl2pPr>
            <a:lvl3pPr>
              <a:buNone/>
              <a:defRPr/>
            </a:lvl3pPr>
            <a:lvl4pPr>
              <a:buNone/>
              <a:defRPr/>
            </a:lvl4pPr>
            <a:lvl5pPr>
              <a:buNone/>
              <a:defRPr/>
            </a:lvl5pPr>
          </a:lstStyle>
          <a:p>
            <a:pPr lvl="0"/>
            <a:r>
              <a:rPr lang="zh-CN" altLang="en-US"/>
              <a:t> </a:t>
            </a:r>
          </a:p>
        </p:txBody>
      </p:sp>
      <p:sp>
        <p:nvSpPr>
          <p:cNvPr id="19" name="Text Placeholder 18"/>
          <p:cNvSpPr>
            <a:spLocks noGrp="1"/>
          </p:cNvSpPr>
          <p:nvPr>
            <p:ph type="body" idx="16390" hasCustomPrompt="1"/>
            <p:custDataLst>
              <p:tags r:id="rId12"/>
            </p:custDataLst>
          </p:nvPr>
        </p:nvSpPr>
        <p:spPr>
          <a:xfrm>
            <a:off x="8128000" y="3860800"/>
            <a:ext cx="34544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Item title</a:t>
            </a:r>
          </a:p>
        </p:txBody>
      </p:sp>
      <p:sp>
        <p:nvSpPr>
          <p:cNvPr id="20" name="Text Placeholder 19"/>
          <p:cNvSpPr>
            <a:spLocks noGrp="1"/>
          </p:cNvSpPr>
          <p:nvPr>
            <p:ph type="body" idx="16391" hasCustomPrompt="1"/>
            <p:custDataLst>
              <p:tags r:id="rId13"/>
            </p:custDataLst>
          </p:nvPr>
        </p:nvSpPr>
        <p:spPr>
          <a:xfrm>
            <a:off x="8128000" y="4419600"/>
            <a:ext cx="3454400" cy="18288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Enter title text here</a:t>
            </a:r>
          </a:p>
        </p:txBody>
      </p:sp>
    </p:spTree>
  </p:cSld>
  <p:clrMapOvr>
    <a:overrideClrMapping bg1="dk1" tx1="lt1" bg2="dk2" tx2="lt2" accent1="accent1" accent2="accent2" accent3="accent3" accent4="accent4" accent5="accent5" accent6="accent6" hlink="hlink" folHlink="folHlink"/>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Content_Slide-27_20">
    <p:bg>
      <p:bgRef idx="1001">
        <a:schemeClr val="bg2"/>
      </p:bgRef>
    </p:bg>
    <p:spTree>
      <p:nvGrpSpPr>
        <p:cNvPr id="1" name=""/>
        <p:cNvGrpSpPr/>
        <p:nvPr/>
      </p:nvGrpSpPr>
      <p:grpSpPr>
        <a:xfrm>
          <a:off x="0" y="0"/>
          <a:ext cx="0" cy="0"/>
          <a:chOff x="0" y="0"/>
          <a:chExt cx="0" cy="0"/>
        </a:xfrm>
      </p:grpSpPr>
      <p:sp>
        <p:nvSpPr>
          <p:cNvPr id="8" name="日期占位符 3"/>
          <p:cNvSpPr>
            <a:spLocks noGrp="1"/>
          </p:cNvSpPr>
          <p:nvPr>
            <p:ph type="dt" sz="half" idx="10"/>
            <p:custDataLst>
              <p:tags r:id="rId1"/>
            </p:custDataLst>
          </p:nvPr>
        </p:nvSpPr>
        <p:spPr/>
        <p:txBody>
          <a:bodyPr/>
          <a:lstStyle/>
          <a:p>
            <a:fld id="{760FBDFE-C587-4B4C-A407-44438C67B59E}" type="datetimeFigureOut">
              <a:rPr lang="zh-CN" altLang="en-US" smtClean="0"/>
              <a:t>2026/7/9</a:t>
            </a:fld>
            <a:endParaRPr lang="zh-CN" altLang="en-US"/>
          </a:p>
        </p:txBody>
      </p:sp>
      <p:sp>
        <p:nvSpPr>
          <p:cNvPr id="9" name="页脚占位符 4"/>
          <p:cNvSpPr>
            <a:spLocks noGrp="1"/>
          </p:cNvSpPr>
          <p:nvPr>
            <p:ph type="ftr" sz="quarter" idx="11"/>
            <p:custDataLst>
              <p:tags r:id="rId2"/>
            </p:custDataLst>
          </p:nvPr>
        </p:nvSpPr>
        <p:spPr/>
        <p:txBody>
          <a:bodyPr/>
          <a:lstStyle/>
          <a:p>
            <a:endParaRPr lang="zh-CN" altLang="en-US"/>
          </a:p>
        </p:txBody>
      </p:sp>
      <p:sp>
        <p:nvSpPr>
          <p:cNvPr id="10" name="灯片编号占位符 5"/>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11" name="Title 10"/>
          <p:cNvSpPr>
            <a:spLocks noGrp="1"/>
          </p:cNvSpPr>
          <p:nvPr>
            <p:ph type="ctrTitle" idx="16385" hasCustomPrompt="1"/>
            <p:custDataLst>
              <p:tags r:id="rId4"/>
            </p:custDataLst>
          </p:nvPr>
        </p:nvSpPr>
        <p:spPr>
          <a:xfrm>
            <a:off x="609600" y="533400"/>
            <a:ext cx="91440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pPr lvl="0"/>
            <a:r>
              <a:t>Your slide title here</a:t>
            </a:r>
          </a:p>
        </p:txBody>
      </p:sp>
      <p:sp>
        <p:nvSpPr>
          <p:cNvPr id="12" name="装饰  1"/>
          <p:cNvSpPr>
            <a:spLocks noGrp="1"/>
          </p:cNvSpPr>
          <p:nvPr>
            <p:ph type="body" idx="16395" hasCustomPrompt="1"/>
            <p:custDataLst>
              <p:tags r:id="rId5"/>
            </p:custDataLst>
          </p:nvPr>
        </p:nvSpPr>
        <p:spPr>
          <a:xfrm>
            <a:off x="609600" y="1981200"/>
            <a:ext cx="762000" cy="762000"/>
          </a:xfrm>
          <a:custGeom>
            <a:avLst/>
            <a:gdLst>
              <a:gd name="connisteX0" fmla="*/ 0 w 762000"/>
              <a:gd name="connsiteY0" fmla="*/ 203200 h 762000"/>
              <a:gd name="connisteX1" fmla="*/ 203200 w 762000"/>
              <a:gd name="connsiteY1" fmla="*/ 0 h 762000"/>
              <a:gd name="connisteX2" fmla="*/ 558800 w 762000"/>
              <a:gd name="connsiteY2" fmla="*/ 0 h 762000"/>
              <a:gd name="connisteX3" fmla="*/ 762000 w 762000"/>
              <a:gd name="connsiteY3" fmla="*/ 203200 h 762000"/>
              <a:gd name="connisteX4" fmla="*/ 762000 w 762000"/>
              <a:gd name="connsiteY4" fmla="*/ 558800 h 762000"/>
              <a:gd name="connisteX5" fmla="*/ 558800 w 762000"/>
              <a:gd name="connsiteY5" fmla="*/ 762000 h 762000"/>
              <a:gd name="connisteX6" fmla="*/ 203200 w 762000"/>
              <a:gd name="connsiteY6" fmla="*/ 762000 h 762000"/>
              <a:gd name="connisteX7" fmla="*/ 0 w 762000"/>
              <a:gd name="connsiteY7" fmla="*/ 558800 h 762000"/>
              <a:gd name="connisteX8" fmla="*/ 0 w 762000"/>
              <a:gd name="connsiteY8" fmla="*/ 203200 h 76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762000" h="762000">
                <a:moveTo>
                  <a:pt x="0" y="203200"/>
                </a:moveTo>
                <a:cubicBezTo>
                  <a:pt x="0" y="90976"/>
                  <a:pt x="90976" y="0"/>
                  <a:pt x="203200" y="0"/>
                </a:cubicBezTo>
                <a:lnTo>
                  <a:pt x="558800" y="0"/>
                </a:lnTo>
                <a:cubicBezTo>
                  <a:pt x="671024" y="0"/>
                  <a:pt x="762000" y="90976"/>
                  <a:pt x="762000" y="203200"/>
                </a:cubicBezTo>
                <a:lnTo>
                  <a:pt x="762000" y="558800"/>
                </a:lnTo>
                <a:cubicBezTo>
                  <a:pt x="762000" y="671024"/>
                  <a:pt x="671024" y="762000"/>
                  <a:pt x="558800" y="762000"/>
                </a:cubicBezTo>
                <a:lnTo>
                  <a:pt x="203200" y="762000"/>
                </a:lnTo>
                <a:cubicBezTo>
                  <a:pt x="90976" y="762000"/>
                  <a:pt x="0" y="671024"/>
                  <a:pt x="0" y="558800"/>
                </a:cubicBezTo>
                <a:lnTo>
                  <a:pt x="0" y="203200"/>
                </a:lnTo>
                <a:close/>
              </a:path>
            </a:pathLst>
          </a:custGeom>
          <a:solidFill>
            <a:schemeClr val="accent1"/>
          </a:solidFill>
          <a:ln>
            <a:solidFill>
              <a:prstClr val="black">
                <a:alpha val="0"/>
              </a:prstClr>
            </a:solidFill>
            <a:prstDash val="solid"/>
          </a:ln>
        </p:spPr>
        <p:txBody>
          <a:bodyPr>
            <a:noAutofit/>
          </a:bodyPr>
          <a:lstStyle>
            <a:lvl1pPr marL="0" indent="0">
              <a:buNone/>
              <a:defRPr/>
            </a:lvl1pPr>
            <a:lvl2pPr>
              <a:buNone/>
              <a:defRPr/>
            </a:lvl2pPr>
            <a:lvl3pPr>
              <a:buNone/>
              <a:defRPr/>
            </a:lvl3pPr>
            <a:lvl4pPr>
              <a:buNone/>
              <a:defRPr/>
            </a:lvl4pPr>
            <a:lvl5pPr>
              <a:buNone/>
              <a:defRPr/>
            </a:lvl5pPr>
          </a:lstStyle>
          <a:p>
            <a:pPr lvl="0"/>
            <a:r>
              <a:rPr lang="zh-CN" altLang="en-US"/>
              <a:t> </a:t>
            </a:r>
          </a:p>
        </p:txBody>
      </p:sp>
      <p:sp>
        <p:nvSpPr>
          <p:cNvPr id="13" name="Text Placeholder 12"/>
          <p:cNvSpPr>
            <a:spLocks noGrp="1"/>
          </p:cNvSpPr>
          <p:nvPr>
            <p:ph type="body" idx="16388" hasCustomPrompt="1"/>
            <p:custDataLst>
              <p:tags r:id="rId6"/>
            </p:custDataLst>
          </p:nvPr>
        </p:nvSpPr>
        <p:spPr>
          <a:xfrm>
            <a:off x="781050" y="2184400"/>
            <a:ext cx="419100" cy="355600"/>
          </a:xfrm>
          <a:noFill/>
        </p:spPr>
        <p:txBody>
          <a:bodyPr wrap="none" lIns="0" tIns="0" rIns="0" bIns="0" anchor="ctr">
            <a:noAutofit/>
          </a:bodyPr>
          <a:lstStyle>
            <a:lvl1pPr marL="0" indent="0" algn="ctr">
              <a:lnSpc>
                <a:spcPct val="109000"/>
              </a:lnSpc>
              <a:spcBef>
                <a:spcPct val="0"/>
              </a:spcBef>
              <a:spcAft>
                <a:spcPct val="0"/>
              </a:spcAft>
              <a:buNone/>
              <a:defRPr sz="2800" b="0" spc="0">
                <a:solidFill>
                  <a:srgbClr val="FFFFFF"/>
                </a:solidFill>
              </a:defRPr>
            </a:lvl1pPr>
          </a:lstStyle>
          <a:p>
            <a:pPr lvl="0"/>
            <a:r>
              <a:rPr lang="zh-CN" altLang="en-US"/>
              <a:t>01</a:t>
            </a:r>
          </a:p>
        </p:txBody>
      </p:sp>
      <p:sp>
        <p:nvSpPr>
          <p:cNvPr id="14" name="Text Placeholder 13"/>
          <p:cNvSpPr>
            <a:spLocks noGrp="1"/>
          </p:cNvSpPr>
          <p:nvPr>
            <p:ph type="body" idx="16386" hasCustomPrompt="1"/>
            <p:custDataLst>
              <p:tags r:id="rId7"/>
            </p:custDataLst>
          </p:nvPr>
        </p:nvSpPr>
        <p:spPr>
          <a:xfrm>
            <a:off x="1574800" y="1828800"/>
            <a:ext cx="100076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Your item title here</a:t>
            </a:r>
          </a:p>
        </p:txBody>
      </p:sp>
      <p:sp>
        <p:nvSpPr>
          <p:cNvPr id="15" name="Text Placeholder 14"/>
          <p:cNvSpPr>
            <a:spLocks noGrp="1"/>
          </p:cNvSpPr>
          <p:nvPr>
            <p:ph type="body" idx="16387" hasCustomPrompt="1"/>
            <p:custDataLst>
              <p:tags r:id="rId8"/>
            </p:custDataLst>
          </p:nvPr>
        </p:nvSpPr>
        <p:spPr>
          <a:xfrm>
            <a:off x="1574800" y="2286000"/>
            <a:ext cx="10007600" cy="609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Enter title text here</a:t>
            </a:r>
          </a:p>
        </p:txBody>
      </p:sp>
      <p:sp>
        <p:nvSpPr>
          <p:cNvPr id="16" name="装饰  5"/>
          <p:cNvSpPr>
            <a:spLocks noGrp="1"/>
          </p:cNvSpPr>
          <p:nvPr>
            <p:ph type="body" idx="16396" hasCustomPrompt="1"/>
            <p:custDataLst>
              <p:tags r:id="rId9"/>
            </p:custDataLst>
          </p:nvPr>
        </p:nvSpPr>
        <p:spPr>
          <a:xfrm>
            <a:off x="609600" y="3657600"/>
            <a:ext cx="762000" cy="762000"/>
          </a:xfrm>
          <a:custGeom>
            <a:avLst/>
            <a:gdLst>
              <a:gd name="connisteX0" fmla="*/ 0 w 762000"/>
              <a:gd name="connsiteY0" fmla="*/ 203200 h 762000"/>
              <a:gd name="connisteX1" fmla="*/ 203200 w 762000"/>
              <a:gd name="connsiteY1" fmla="*/ 0 h 762000"/>
              <a:gd name="connisteX2" fmla="*/ 558800 w 762000"/>
              <a:gd name="connsiteY2" fmla="*/ 0 h 762000"/>
              <a:gd name="connisteX3" fmla="*/ 762000 w 762000"/>
              <a:gd name="connsiteY3" fmla="*/ 203200 h 762000"/>
              <a:gd name="connisteX4" fmla="*/ 762000 w 762000"/>
              <a:gd name="connsiteY4" fmla="*/ 558800 h 762000"/>
              <a:gd name="connisteX5" fmla="*/ 558800 w 762000"/>
              <a:gd name="connsiteY5" fmla="*/ 762000 h 762000"/>
              <a:gd name="connisteX6" fmla="*/ 203200 w 762000"/>
              <a:gd name="connsiteY6" fmla="*/ 762000 h 762000"/>
              <a:gd name="connisteX7" fmla="*/ 0 w 762000"/>
              <a:gd name="connsiteY7" fmla="*/ 558800 h 762000"/>
              <a:gd name="connisteX8" fmla="*/ 0 w 762000"/>
              <a:gd name="connsiteY8" fmla="*/ 203200 h 76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762000" h="762000">
                <a:moveTo>
                  <a:pt x="0" y="203200"/>
                </a:moveTo>
                <a:cubicBezTo>
                  <a:pt x="0" y="90976"/>
                  <a:pt x="90976" y="0"/>
                  <a:pt x="203200" y="0"/>
                </a:cubicBezTo>
                <a:lnTo>
                  <a:pt x="558800" y="0"/>
                </a:lnTo>
                <a:cubicBezTo>
                  <a:pt x="671024" y="0"/>
                  <a:pt x="762000" y="90976"/>
                  <a:pt x="762000" y="203200"/>
                </a:cubicBezTo>
                <a:lnTo>
                  <a:pt x="762000" y="558800"/>
                </a:lnTo>
                <a:cubicBezTo>
                  <a:pt x="762000" y="671024"/>
                  <a:pt x="671024" y="762000"/>
                  <a:pt x="558800" y="762000"/>
                </a:cubicBezTo>
                <a:lnTo>
                  <a:pt x="203200" y="762000"/>
                </a:lnTo>
                <a:cubicBezTo>
                  <a:pt x="90976" y="762000"/>
                  <a:pt x="0" y="671024"/>
                  <a:pt x="0" y="558800"/>
                </a:cubicBezTo>
                <a:lnTo>
                  <a:pt x="0" y="203200"/>
                </a:lnTo>
                <a:close/>
              </a:path>
            </a:pathLst>
          </a:custGeom>
          <a:solidFill>
            <a:schemeClr val="accent1"/>
          </a:solidFill>
          <a:ln>
            <a:solidFill>
              <a:prstClr val="black">
                <a:alpha val="0"/>
              </a:prstClr>
            </a:solidFill>
            <a:prstDash val="solid"/>
          </a:ln>
        </p:spPr>
        <p:txBody>
          <a:bodyPr>
            <a:noAutofit/>
          </a:bodyPr>
          <a:lstStyle>
            <a:lvl1pPr marL="0" indent="0">
              <a:buNone/>
              <a:defRPr/>
            </a:lvl1pPr>
            <a:lvl2pPr>
              <a:buNone/>
              <a:defRPr/>
            </a:lvl2pPr>
            <a:lvl3pPr>
              <a:buNone/>
              <a:defRPr/>
            </a:lvl3pPr>
            <a:lvl4pPr>
              <a:buNone/>
              <a:defRPr/>
            </a:lvl4pPr>
            <a:lvl5pPr>
              <a:buNone/>
              <a:defRPr/>
            </a:lvl5pPr>
          </a:lstStyle>
          <a:p>
            <a:pPr lvl="0"/>
            <a:r>
              <a:rPr lang="zh-CN" altLang="en-US"/>
              <a:t> </a:t>
            </a:r>
          </a:p>
        </p:txBody>
      </p:sp>
      <p:sp>
        <p:nvSpPr>
          <p:cNvPr id="17" name="Text Placeholder 16"/>
          <p:cNvSpPr>
            <a:spLocks noGrp="1"/>
          </p:cNvSpPr>
          <p:nvPr>
            <p:ph type="body" idx="16391" hasCustomPrompt="1"/>
            <p:custDataLst>
              <p:tags r:id="rId10"/>
            </p:custDataLst>
          </p:nvPr>
        </p:nvSpPr>
        <p:spPr>
          <a:xfrm>
            <a:off x="781050" y="3860800"/>
            <a:ext cx="419100" cy="355600"/>
          </a:xfrm>
          <a:noFill/>
        </p:spPr>
        <p:txBody>
          <a:bodyPr wrap="none" lIns="0" tIns="0" rIns="0" bIns="0" anchor="ctr">
            <a:noAutofit/>
          </a:bodyPr>
          <a:lstStyle>
            <a:lvl1pPr marL="0" indent="0" algn="ctr">
              <a:lnSpc>
                <a:spcPct val="109000"/>
              </a:lnSpc>
              <a:spcBef>
                <a:spcPct val="0"/>
              </a:spcBef>
              <a:spcAft>
                <a:spcPct val="0"/>
              </a:spcAft>
              <a:buNone/>
              <a:defRPr sz="2800" b="0" spc="0">
                <a:solidFill>
                  <a:srgbClr val="FFFFFF"/>
                </a:solidFill>
              </a:defRPr>
            </a:lvl1pPr>
          </a:lstStyle>
          <a:p>
            <a:pPr lvl="0"/>
            <a:r>
              <a:rPr lang="zh-CN" altLang="en-US"/>
              <a:t>02</a:t>
            </a:r>
          </a:p>
        </p:txBody>
      </p:sp>
      <p:sp>
        <p:nvSpPr>
          <p:cNvPr id="18" name="Text Placeholder 17"/>
          <p:cNvSpPr>
            <a:spLocks noGrp="1"/>
          </p:cNvSpPr>
          <p:nvPr>
            <p:ph type="body" idx="16389" hasCustomPrompt="1"/>
            <p:custDataLst>
              <p:tags r:id="rId11"/>
            </p:custDataLst>
          </p:nvPr>
        </p:nvSpPr>
        <p:spPr>
          <a:xfrm>
            <a:off x="1574800" y="3505200"/>
            <a:ext cx="100076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Your item title here</a:t>
            </a:r>
          </a:p>
        </p:txBody>
      </p:sp>
      <p:sp>
        <p:nvSpPr>
          <p:cNvPr id="19" name="Text Placeholder 18"/>
          <p:cNvSpPr>
            <a:spLocks noGrp="1"/>
          </p:cNvSpPr>
          <p:nvPr>
            <p:ph type="body" idx="16390" hasCustomPrompt="1"/>
            <p:custDataLst>
              <p:tags r:id="rId12"/>
            </p:custDataLst>
          </p:nvPr>
        </p:nvSpPr>
        <p:spPr>
          <a:xfrm>
            <a:off x="1574800" y="3962400"/>
            <a:ext cx="10007600" cy="609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Enter title text here</a:t>
            </a:r>
          </a:p>
        </p:txBody>
      </p:sp>
      <p:sp>
        <p:nvSpPr>
          <p:cNvPr id="20" name="装饰  9"/>
          <p:cNvSpPr>
            <a:spLocks noGrp="1"/>
          </p:cNvSpPr>
          <p:nvPr>
            <p:ph type="body" idx="16397" hasCustomPrompt="1"/>
            <p:custDataLst>
              <p:tags r:id="rId13"/>
            </p:custDataLst>
          </p:nvPr>
        </p:nvSpPr>
        <p:spPr>
          <a:xfrm>
            <a:off x="609600" y="5334000"/>
            <a:ext cx="762000" cy="762000"/>
          </a:xfrm>
          <a:custGeom>
            <a:avLst/>
            <a:gdLst>
              <a:gd name="connisteX0" fmla="*/ 0 w 762000"/>
              <a:gd name="connsiteY0" fmla="*/ 203200 h 762000"/>
              <a:gd name="connisteX1" fmla="*/ 203200 w 762000"/>
              <a:gd name="connsiteY1" fmla="*/ 0 h 762000"/>
              <a:gd name="connisteX2" fmla="*/ 558800 w 762000"/>
              <a:gd name="connsiteY2" fmla="*/ 0 h 762000"/>
              <a:gd name="connisteX3" fmla="*/ 762000 w 762000"/>
              <a:gd name="connsiteY3" fmla="*/ 203200 h 762000"/>
              <a:gd name="connisteX4" fmla="*/ 762000 w 762000"/>
              <a:gd name="connsiteY4" fmla="*/ 558800 h 762000"/>
              <a:gd name="connisteX5" fmla="*/ 558800 w 762000"/>
              <a:gd name="connsiteY5" fmla="*/ 762000 h 762000"/>
              <a:gd name="connisteX6" fmla="*/ 203200 w 762000"/>
              <a:gd name="connsiteY6" fmla="*/ 762000 h 762000"/>
              <a:gd name="connisteX7" fmla="*/ 0 w 762000"/>
              <a:gd name="connsiteY7" fmla="*/ 558800 h 762000"/>
              <a:gd name="connisteX8" fmla="*/ 0 w 762000"/>
              <a:gd name="connsiteY8" fmla="*/ 203200 h 76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762000" h="762000">
                <a:moveTo>
                  <a:pt x="0" y="203200"/>
                </a:moveTo>
                <a:cubicBezTo>
                  <a:pt x="0" y="90976"/>
                  <a:pt x="90976" y="0"/>
                  <a:pt x="203200" y="0"/>
                </a:cubicBezTo>
                <a:lnTo>
                  <a:pt x="558800" y="0"/>
                </a:lnTo>
                <a:cubicBezTo>
                  <a:pt x="671024" y="0"/>
                  <a:pt x="762000" y="90976"/>
                  <a:pt x="762000" y="203200"/>
                </a:cubicBezTo>
                <a:lnTo>
                  <a:pt x="762000" y="558800"/>
                </a:lnTo>
                <a:cubicBezTo>
                  <a:pt x="762000" y="671024"/>
                  <a:pt x="671024" y="762000"/>
                  <a:pt x="558800" y="762000"/>
                </a:cubicBezTo>
                <a:lnTo>
                  <a:pt x="203200" y="762000"/>
                </a:lnTo>
                <a:cubicBezTo>
                  <a:pt x="90976" y="762000"/>
                  <a:pt x="0" y="671024"/>
                  <a:pt x="0" y="558800"/>
                </a:cubicBezTo>
                <a:lnTo>
                  <a:pt x="0" y="203200"/>
                </a:lnTo>
                <a:close/>
              </a:path>
            </a:pathLst>
          </a:custGeom>
          <a:solidFill>
            <a:schemeClr val="accent1"/>
          </a:solidFill>
          <a:ln>
            <a:solidFill>
              <a:prstClr val="black">
                <a:alpha val="0"/>
              </a:prstClr>
            </a:solidFill>
            <a:prstDash val="solid"/>
          </a:ln>
        </p:spPr>
        <p:txBody>
          <a:bodyPr>
            <a:noAutofit/>
          </a:bodyPr>
          <a:lstStyle>
            <a:lvl1pPr marL="0" indent="0">
              <a:buNone/>
              <a:defRPr/>
            </a:lvl1pPr>
            <a:lvl2pPr>
              <a:buNone/>
              <a:defRPr/>
            </a:lvl2pPr>
            <a:lvl3pPr>
              <a:buNone/>
              <a:defRPr/>
            </a:lvl3pPr>
            <a:lvl4pPr>
              <a:buNone/>
              <a:defRPr/>
            </a:lvl4pPr>
            <a:lvl5pPr>
              <a:buNone/>
              <a:defRPr/>
            </a:lvl5pPr>
          </a:lstStyle>
          <a:p>
            <a:pPr lvl="0"/>
            <a:r>
              <a:rPr lang="zh-CN" altLang="en-US"/>
              <a:t> </a:t>
            </a:r>
          </a:p>
        </p:txBody>
      </p:sp>
      <p:sp>
        <p:nvSpPr>
          <p:cNvPr id="21" name="Text Placeholder 20"/>
          <p:cNvSpPr>
            <a:spLocks noGrp="1"/>
          </p:cNvSpPr>
          <p:nvPr>
            <p:ph type="body" idx="16394" hasCustomPrompt="1"/>
            <p:custDataLst>
              <p:tags r:id="rId14"/>
            </p:custDataLst>
          </p:nvPr>
        </p:nvSpPr>
        <p:spPr>
          <a:xfrm>
            <a:off x="781050" y="5537200"/>
            <a:ext cx="419100" cy="355600"/>
          </a:xfrm>
          <a:noFill/>
        </p:spPr>
        <p:txBody>
          <a:bodyPr wrap="none" lIns="0" tIns="0" rIns="0" bIns="0" anchor="ctr">
            <a:noAutofit/>
          </a:bodyPr>
          <a:lstStyle>
            <a:lvl1pPr marL="0" indent="0" algn="ctr">
              <a:lnSpc>
                <a:spcPct val="109000"/>
              </a:lnSpc>
              <a:spcBef>
                <a:spcPct val="0"/>
              </a:spcBef>
              <a:spcAft>
                <a:spcPct val="0"/>
              </a:spcAft>
              <a:buNone/>
              <a:defRPr sz="2800" b="0" spc="0">
                <a:solidFill>
                  <a:srgbClr val="FFFFFF"/>
                </a:solidFill>
              </a:defRPr>
            </a:lvl1pPr>
          </a:lstStyle>
          <a:p>
            <a:pPr lvl="0"/>
            <a:r>
              <a:rPr lang="zh-CN" altLang="en-US"/>
              <a:t>03</a:t>
            </a:r>
          </a:p>
        </p:txBody>
      </p:sp>
      <p:sp>
        <p:nvSpPr>
          <p:cNvPr id="22" name="Text Placeholder 21"/>
          <p:cNvSpPr>
            <a:spLocks noGrp="1"/>
          </p:cNvSpPr>
          <p:nvPr>
            <p:ph type="body" idx="16392" hasCustomPrompt="1"/>
            <p:custDataLst>
              <p:tags r:id="rId15"/>
            </p:custDataLst>
          </p:nvPr>
        </p:nvSpPr>
        <p:spPr>
          <a:xfrm>
            <a:off x="1574800" y="5181600"/>
            <a:ext cx="100076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Your item title here</a:t>
            </a:r>
          </a:p>
        </p:txBody>
      </p:sp>
      <p:sp>
        <p:nvSpPr>
          <p:cNvPr id="23" name="Text Placeholder 22"/>
          <p:cNvSpPr>
            <a:spLocks noGrp="1"/>
          </p:cNvSpPr>
          <p:nvPr>
            <p:ph type="body" idx="16393" hasCustomPrompt="1"/>
            <p:custDataLst>
              <p:tags r:id="rId16"/>
            </p:custDataLst>
          </p:nvPr>
        </p:nvSpPr>
        <p:spPr>
          <a:xfrm>
            <a:off x="1574800" y="5638800"/>
            <a:ext cx="10007600" cy="609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Enter title text here</a:t>
            </a:r>
          </a:p>
        </p:txBody>
      </p:sp>
    </p:spTree>
  </p:cSld>
  <p:clrMapOvr>
    <a:overrideClrMapping bg1="dk1" tx1="lt1" bg2="dk2" tx2="lt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Content_Slide-6_82">
    <p:bg>
      <p:bgRef idx="1001">
        <a:schemeClr val="bg2"/>
      </p:bgRef>
    </p:bg>
    <p:spTree>
      <p:nvGrpSpPr>
        <p:cNvPr id="1" name=""/>
        <p:cNvGrpSpPr/>
        <p:nvPr/>
      </p:nvGrpSpPr>
      <p:grpSpPr>
        <a:xfrm>
          <a:off x="0" y="0"/>
          <a:ext cx="0" cy="0"/>
          <a:chOff x="0" y="0"/>
          <a:chExt cx="0" cy="0"/>
        </a:xfrm>
      </p:grpSpPr>
      <p:sp>
        <p:nvSpPr>
          <p:cNvPr id="8" name="日期占位符 3"/>
          <p:cNvSpPr>
            <a:spLocks noGrp="1"/>
          </p:cNvSpPr>
          <p:nvPr>
            <p:ph type="dt" sz="half" idx="10"/>
            <p:custDataLst>
              <p:tags r:id="rId1"/>
            </p:custDataLst>
          </p:nvPr>
        </p:nvSpPr>
        <p:spPr/>
        <p:txBody>
          <a:bodyPr/>
          <a:lstStyle/>
          <a:p>
            <a:fld id="{760FBDFE-C587-4B4C-A407-44438C67B59E}" type="datetimeFigureOut">
              <a:rPr lang="zh-CN" altLang="en-US" smtClean="0"/>
              <a:t>2026/7/9</a:t>
            </a:fld>
            <a:endParaRPr lang="zh-CN" altLang="en-US"/>
          </a:p>
        </p:txBody>
      </p:sp>
      <p:sp>
        <p:nvSpPr>
          <p:cNvPr id="9" name="页脚占位符 4"/>
          <p:cNvSpPr>
            <a:spLocks noGrp="1"/>
          </p:cNvSpPr>
          <p:nvPr>
            <p:ph type="ftr" sz="quarter" idx="11"/>
            <p:custDataLst>
              <p:tags r:id="rId2"/>
            </p:custDataLst>
          </p:nvPr>
        </p:nvSpPr>
        <p:spPr/>
        <p:txBody>
          <a:bodyPr/>
          <a:lstStyle/>
          <a:p>
            <a:endParaRPr lang="zh-CN" altLang="en-US"/>
          </a:p>
        </p:txBody>
      </p:sp>
      <p:sp>
        <p:nvSpPr>
          <p:cNvPr id="10" name="灯片编号占位符 5"/>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11" name="Title 10"/>
          <p:cNvSpPr>
            <a:spLocks noGrp="1"/>
          </p:cNvSpPr>
          <p:nvPr>
            <p:ph type="ctrTitle" idx="16385" hasCustomPrompt="1"/>
            <p:custDataLst>
              <p:tags r:id="rId4"/>
            </p:custDataLst>
          </p:nvPr>
        </p:nvSpPr>
        <p:spPr>
          <a:xfrm>
            <a:off x="609600" y="533400"/>
            <a:ext cx="63246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pPr lvl="0"/>
            <a:r>
              <a:t>Your slide title here</a:t>
            </a:r>
          </a:p>
        </p:txBody>
      </p:sp>
      <p:sp>
        <p:nvSpPr>
          <p:cNvPr id="12" name="Content Placeholder 11"/>
          <p:cNvSpPr>
            <a:spLocks noGrp="1"/>
          </p:cNvSpPr>
          <p:nvPr>
            <p:ph idx="16392" hasCustomPrompt="1"/>
            <p:custDataLst>
              <p:tags r:id="rId5"/>
            </p:custDataLst>
          </p:nvPr>
        </p:nvSpPr>
        <p:spPr>
          <a:xfrm>
            <a:off x="7543800" y="609600"/>
            <a:ext cx="4038600" cy="5638800"/>
          </a:xfrm>
          <a:custGeom>
            <a:avLst/>
            <a:gdLst>
              <a:gd name="connisteX0" fmla="*/ 0 w 4038600"/>
              <a:gd name="connsiteY0" fmla="*/ 0 h 5638800"/>
              <a:gd name="connisteX1" fmla="*/ 4038600 w 4038600"/>
              <a:gd name="connsiteY1" fmla="*/ 0 h 5638800"/>
              <a:gd name="connisteX2" fmla="*/ 4038600 w 4038600"/>
              <a:gd name="connsiteY2" fmla="*/ 5638800 h 5638800"/>
              <a:gd name="connisteX3" fmla="*/ 0 w 4038600"/>
              <a:gd name="connsiteY3" fmla="*/ 5638800 h 5638800"/>
              <a:gd name="connisteX4" fmla="*/ 0 w 4038600"/>
              <a:gd name="connsiteY4" fmla="*/ 0 h 5638800"/>
            </a:gdLst>
            <a:ahLst/>
            <a:cxnLst>
              <a:cxn ang="0">
                <a:pos x="connisteX0" y="connsiteY0"/>
              </a:cxn>
              <a:cxn ang="0">
                <a:pos x="connisteX1" y="connsiteY1"/>
              </a:cxn>
              <a:cxn ang="0">
                <a:pos x="connisteX2" y="connsiteY2"/>
              </a:cxn>
              <a:cxn ang="0">
                <a:pos x="connisteX3" y="connsiteY3"/>
              </a:cxn>
              <a:cxn ang="0">
                <a:pos x="connisteX4" y="connsiteY4"/>
              </a:cxn>
            </a:cxnLst>
            <a:rect l="0" t="0" r="0" b="0"/>
            <a:pathLst>
              <a:path w="4038600" h="5638800">
                <a:moveTo>
                  <a:pt x="0" y="0"/>
                </a:moveTo>
                <a:lnTo>
                  <a:pt x="4038600" y="0"/>
                </a:lnTo>
                <a:lnTo>
                  <a:pt x="4038600" y="5638800"/>
                </a:lnTo>
                <a:lnTo>
                  <a:pt x="0" y="5638800"/>
                </a:lnTo>
                <a:lnTo>
                  <a:pt x="0" y="0"/>
                </a:lnTo>
                <a:close/>
              </a:path>
            </a:pathLst>
          </a:custGeom>
          <a:solidFill>
            <a:srgbClr val="DDDDDD"/>
          </a:solidFill>
          <a:ln>
            <a:noFill/>
          </a:ln>
        </p:spPr>
        <p:txBody>
          <a:bodyPr>
            <a:normAutofit/>
          </a:bodyPr>
          <a:lstStyle>
            <a:lvl1pPr marL="0" indent="0">
              <a:buNone/>
              <a:defRPr/>
            </a:lvl1pPr>
            <a:lvl2pPr>
              <a:buNone/>
              <a:defRPr/>
            </a:lvl2pPr>
            <a:lvl3pPr>
              <a:buNone/>
              <a:defRPr/>
            </a:lvl3pPr>
            <a:lvl4pPr>
              <a:buNone/>
              <a:defRPr/>
            </a:lvl4pPr>
            <a:lvl5pPr>
              <a:buNone/>
              <a:defRPr/>
            </a:lvl5pPr>
          </a:lstStyle>
          <a:p>
            <a:pPr lvl="0"/>
            <a:r>
              <a:rPr lang="zh-CN" altLang="en-US"/>
              <a:t> </a:t>
            </a:r>
          </a:p>
        </p:txBody>
      </p:sp>
      <p:sp>
        <p:nvSpPr>
          <p:cNvPr id="13" name="装饰  2"/>
          <p:cNvSpPr>
            <a:spLocks noGrp="1"/>
          </p:cNvSpPr>
          <p:nvPr>
            <p:ph type="body" idx="16393" hasCustomPrompt="1"/>
            <p:custDataLst>
              <p:tags r:id="rId6"/>
            </p:custDataLst>
          </p:nvPr>
        </p:nvSpPr>
        <p:spPr>
          <a:xfrm>
            <a:off x="609600" y="1676400"/>
            <a:ext cx="50800" cy="1117600"/>
          </a:xfrm>
          <a:custGeom>
            <a:avLst/>
            <a:gdLst>
              <a:gd name="connisteX0" fmla="*/ 0 w 50800"/>
              <a:gd name="connsiteY0" fmla="*/ 25400 h 1117600"/>
              <a:gd name="connisteX1" fmla="*/ 25400 w 50800"/>
              <a:gd name="connsiteY1" fmla="*/ 0 h 1117600"/>
              <a:gd name="connisteX2" fmla="*/ 25400 w 50800"/>
              <a:gd name="connsiteY2" fmla="*/ 0 h 1117600"/>
              <a:gd name="connisteX3" fmla="*/ 50800 w 50800"/>
              <a:gd name="connsiteY3" fmla="*/ 25400 h 1117600"/>
              <a:gd name="connisteX4" fmla="*/ 50800 w 50800"/>
              <a:gd name="connsiteY4" fmla="*/ 1092200 h 1117600"/>
              <a:gd name="connisteX5" fmla="*/ 25400 w 50800"/>
              <a:gd name="connsiteY5" fmla="*/ 1117600 h 1117600"/>
              <a:gd name="connisteX6" fmla="*/ 25400 w 50800"/>
              <a:gd name="connsiteY6" fmla="*/ 1117600 h 1117600"/>
              <a:gd name="connisteX7" fmla="*/ 0 w 50800"/>
              <a:gd name="connsiteY7" fmla="*/ 1092200 h 1117600"/>
              <a:gd name="connisteX8" fmla="*/ 0 w 50800"/>
              <a:gd name="connsiteY8" fmla="*/ 25400 h 11176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50800" h="1117600">
                <a:moveTo>
                  <a:pt x="0" y="25400"/>
                </a:moveTo>
                <a:cubicBezTo>
                  <a:pt x="0" y="11372"/>
                  <a:pt x="11372" y="0"/>
                  <a:pt x="25400" y="0"/>
                </a:cubicBezTo>
                <a:lnTo>
                  <a:pt x="25400" y="0"/>
                </a:lnTo>
                <a:cubicBezTo>
                  <a:pt x="39428" y="0"/>
                  <a:pt x="50800" y="11372"/>
                  <a:pt x="50800" y="25400"/>
                </a:cubicBezTo>
                <a:lnTo>
                  <a:pt x="50800" y="1092200"/>
                </a:lnTo>
                <a:cubicBezTo>
                  <a:pt x="50800" y="1106228"/>
                  <a:pt x="39428" y="1117600"/>
                  <a:pt x="25400" y="1117600"/>
                </a:cubicBezTo>
                <a:lnTo>
                  <a:pt x="25400" y="1117600"/>
                </a:lnTo>
                <a:cubicBezTo>
                  <a:pt x="11372" y="1117600"/>
                  <a:pt x="0" y="1106228"/>
                  <a:pt x="0" y="1092200"/>
                </a:cubicBezTo>
                <a:lnTo>
                  <a:pt x="0" y="25400"/>
                </a:lnTo>
                <a:close/>
              </a:path>
            </a:pathLst>
          </a:custGeom>
          <a:solidFill>
            <a:schemeClr val="accent1"/>
          </a:solidFill>
          <a:ln>
            <a:solidFill>
              <a:prstClr val="black">
                <a:alpha val="0"/>
              </a:prstClr>
            </a:solidFill>
            <a:prstDash val="solid"/>
          </a:ln>
        </p:spPr>
        <p:txBody>
          <a:bodyPr>
            <a:noAutofit/>
          </a:bodyPr>
          <a:lstStyle>
            <a:lvl1pPr marL="0" indent="0">
              <a:buNone/>
              <a:defRPr/>
            </a:lvl1pPr>
            <a:lvl2pPr>
              <a:buNone/>
              <a:defRPr/>
            </a:lvl2pPr>
            <a:lvl3pPr>
              <a:buNone/>
              <a:defRPr/>
            </a:lvl3pPr>
            <a:lvl4pPr>
              <a:buNone/>
              <a:defRPr/>
            </a:lvl4pPr>
            <a:lvl5pPr>
              <a:buNone/>
              <a:defRPr/>
            </a:lvl5pPr>
          </a:lstStyle>
          <a:p>
            <a:pPr lvl="0"/>
            <a:r>
              <a:rPr lang="zh-CN" altLang="en-US"/>
              <a:t> </a:t>
            </a:r>
          </a:p>
        </p:txBody>
      </p:sp>
      <p:sp>
        <p:nvSpPr>
          <p:cNvPr id="14" name="Text Placeholder 13"/>
          <p:cNvSpPr>
            <a:spLocks noGrp="1"/>
          </p:cNvSpPr>
          <p:nvPr>
            <p:ph type="body" idx="16386" hasCustomPrompt="1"/>
            <p:custDataLst>
              <p:tags r:id="rId7"/>
            </p:custDataLst>
          </p:nvPr>
        </p:nvSpPr>
        <p:spPr>
          <a:xfrm>
            <a:off x="762000" y="1676400"/>
            <a:ext cx="61722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Item title here</a:t>
            </a:r>
          </a:p>
        </p:txBody>
      </p:sp>
      <p:sp>
        <p:nvSpPr>
          <p:cNvPr id="15" name="Text Placeholder 14"/>
          <p:cNvSpPr>
            <a:spLocks noGrp="1"/>
          </p:cNvSpPr>
          <p:nvPr>
            <p:ph type="body" idx="16387" hasCustomPrompt="1"/>
            <p:custDataLst>
              <p:tags r:id="rId8"/>
            </p:custDataLst>
          </p:nvPr>
        </p:nvSpPr>
        <p:spPr>
          <a:xfrm>
            <a:off x="762000" y="2184400"/>
            <a:ext cx="6172200" cy="609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Enter title text here</a:t>
            </a:r>
          </a:p>
        </p:txBody>
      </p:sp>
      <p:sp>
        <p:nvSpPr>
          <p:cNvPr id="16" name="装饰  5"/>
          <p:cNvSpPr>
            <a:spLocks noGrp="1"/>
          </p:cNvSpPr>
          <p:nvPr>
            <p:ph type="body" idx="16394" hasCustomPrompt="1"/>
            <p:custDataLst>
              <p:tags r:id="rId9"/>
            </p:custDataLst>
          </p:nvPr>
        </p:nvSpPr>
        <p:spPr>
          <a:xfrm>
            <a:off x="609600" y="3403600"/>
            <a:ext cx="50800" cy="1117600"/>
          </a:xfrm>
          <a:custGeom>
            <a:avLst/>
            <a:gdLst>
              <a:gd name="connisteX0" fmla="*/ 0 w 50800"/>
              <a:gd name="connsiteY0" fmla="*/ 25400 h 1117600"/>
              <a:gd name="connisteX1" fmla="*/ 25400 w 50800"/>
              <a:gd name="connsiteY1" fmla="*/ 0 h 1117600"/>
              <a:gd name="connisteX2" fmla="*/ 25400 w 50800"/>
              <a:gd name="connsiteY2" fmla="*/ 0 h 1117600"/>
              <a:gd name="connisteX3" fmla="*/ 50800 w 50800"/>
              <a:gd name="connsiteY3" fmla="*/ 25400 h 1117600"/>
              <a:gd name="connisteX4" fmla="*/ 50800 w 50800"/>
              <a:gd name="connsiteY4" fmla="*/ 1092200 h 1117600"/>
              <a:gd name="connisteX5" fmla="*/ 25400 w 50800"/>
              <a:gd name="connsiteY5" fmla="*/ 1117600 h 1117600"/>
              <a:gd name="connisteX6" fmla="*/ 25400 w 50800"/>
              <a:gd name="connsiteY6" fmla="*/ 1117600 h 1117600"/>
              <a:gd name="connisteX7" fmla="*/ 0 w 50800"/>
              <a:gd name="connsiteY7" fmla="*/ 1092200 h 1117600"/>
              <a:gd name="connisteX8" fmla="*/ 0 w 50800"/>
              <a:gd name="connsiteY8" fmla="*/ 25400 h 11176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50800" h="1117600">
                <a:moveTo>
                  <a:pt x="0" y="25400"/>
                </a:moveTo>
                <a:cubicBezTo>
                  <a:pt x="0" y="11372"/>
                  <a:pt x="11372" y="0"/>
                  <a:pt x="25400" y="0"/>
                </a:cubicBezTo>
                <a:lnTo>
                  <a:pt x="25400" y="0"/>
                </a:lnTo>
                <a:cubicBezTo>
                  <a:pt x="39428" y="0"/>
                  <a:pt x="50800" y="11372"/>
                  <a:pt x="50800" y="25400"/>
                </a:cubicBezTo>
                <a:lnTo>
                  <a:pt x="50800" y="1092200"/>
                </a:lnTo>
                <a:cubicBezTo>
                  <a:pt x="50800" y="1106228"/>
                  <a:pt x="39428" y="1117600"/>
                  <a:pt x="25400" y="1117600"/>
                </a:cubicBezTo>
                <a:lnTo>
                  <a:pt x="25400" y="1117600"/>
                </a:lnTo>
                <a:cubicBezTo>
                  <a:pt x="11372" y="1117600"/>
                  <a:pt x="0" y="1106228"/>
                  <a:pt x="0" y="1092200"/>
                </a:cubicBezTo>
                <a:lnTo>
                  <a:pt x="0" y="25400"/>
                </a:lnTo>
                <a:close/>
              </a:path>
            </a:pathLst>
          </a:custGeom>
          <a:solidFill>
            <a:schemeClr val="accent1"/>
          </a:solidFill>
          <a:ln>
            <a:solidFill>
              <a:prstClr val="black">
                <a:alpha val="0"/>
              </a:prstClr>
            </a:solidFill>
            <a:prstDash val="solid"/>
          </a:ln>
        </p:spPr>
        <p:txBody>
          <a:bodyPr>
            <a:noAutofit/>
          </a:bodyPr>
          <a:lstStyle>
            <a:lvl1pPr marL="0" indent="0">
              <a:buNone/>
              <a:defRPr/>
            </a:lvl1pPr>
            <a:lvl2pPr>
              <a:buNone/>
              <a:defRPr/>
            </a:lvl2pPr>
            <a:lvl3pPr>
              <a:buNone/>
              <a:defRPr/>
            </a:lvl3pPr>
            <a:lvl4pPr>
              <a:buNone/>
              <a:defRPr/>
            </a:lvl4pPr>
            <a:lvl5pPr>
              <a:buNone/>
              <a:defRPr/>
            </a:lvl5pPr>
          </a:lstStyle>
          <a:p>
            <a:pPr lvl="0"/>
            <a:r>
              <a:rPr lang="zh-CN" altLang="en-US"/>
              <a:t> </a:t>
            </a:r>
          </a:p>
        </p:txBody>
      </p:sp>
      <p:sp>
        <p:nvSpPr>
          <p:cNvPr id="17" name="Text Placeholder 16"/>
          <p:cNvSpPr>
            <a:spLocks noGrp="1"/>
          </p:cNvSpPr>
          <p:nvPr>
            <p:ph type="body" idx="16388" hasCustomPrompt="1"/>
            <p:custDataLst>
              <p:tags r:id="rId10"/>
            </p:custDataLst>
          </p:nvPr>
        </p:nvSpPr>
        <p:spPr>
          <a:xfrm>
            <a:off x="762000" y="3403600"/>
            <a:ext cx="61722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Item title here</a:t>
            </a:r>
          </a:p>
        </p:txBody>
      </p:sp>
      <p:sp>
        <p:nvSpPr>
          <p:cNvPr id="18" name="Text Placeholder 17"/>
          <p:cNvSpPr>
            <a:spLocks noGrp="1"/>
          </p:cNvSpPr>
          <p:nvPr>
            <p:ph type="body" idx="16389" hasCustomPrompt="1"/>
            <p:custDataLst>
              <p:tags r:id="rId11"/>
            </p:custDataLst>
          </p:nvPr>
        </p:nvSpPr>
        <p:spPr>
          <a:xfrm>
            <a:off x="762000" y="3911600"/>
            <a:ext cx="6172200" cy="609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Enter title text here</a:t>
            </a:r>
          </a:p>
        </p:txBody>
      </p:sp>
      <p:sp>
        <p:nvSpPr>
          <p:cNvPr id="19" name="装饰  8"/>
          <p:cNvSpPr>
            <a:spLocks noGrp="1"/>
          </p:cNvSpPr>
          <p:nvPr>
            <p:ph type="body" idx="16395" hasCustomPrompt="1"/>
            <p:custDataLst>
              <p:tags r:id="rId12"/>
            </p:custDataLst>
          </p:nvPr>
        </p:nvSpPr>
        <p:spPr>
          <a:xfrm>
            <a:off x="609600" y="5130800"/>
            <a:ext cx="50800" cy="1117600"/>
          </a:xfrm>
          <a:custGeom>
            <a:avLst/>
            <a:gdLst>
              <a:gd name="connisteX0" fmla="*/ 0 w 50800"/>
              <a:gd name="connsiteY0" fmla="*/ 25400 h 1117600"/>
              <a:gd name="connisteX1" fmla="*/ 25400 w 50800"/>
              <a:gd name="connsiteY1" fmla="*/ 0 h 1117600"/>
              <a:gd name="connisteX2" fmla="*/ 25400 w 50800"/>
              <a:gd name="connsiteY2" fmla="*/ 0 h 1117600"/>
              <a:gd name="connisteX3" fmla="*/ 50800 w 50800"/>
              <a:gd name="connsiteY3" fmla="*/ 25400 h 1117600"/>
              <a:gd name="connisteX4" fmla="*/ 50800 w 50800"/>
              <a:gd name="connsiteY4" fmla="*/ 1092200 h 1117600"/>
              <a:gd name="connisteX5" fmla="*/ 25400 w 50800"/>
              <a:gd name="connsiteY5" fmla="*/ 1117600 h 1117600"/>
              <a:gd name="connisteX6" fmla="*/ 25400 w 50800"/>
              <a:gd name="connsiteY6" fmla="*/ 1117600 h 1117600"/>
              <a:gd name="connisteX7" fmla="*/ 0 w 50800"/>
              <a:gd name="connsiteY7" fmla="*/ 1092200 h 1117600"/>
              <a:gd name="connisteX8" fmla="*/ 0 w 50800"/>
              <a:gd name="connsiteY8" fmla="*/ 25400 h 11176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50800" h="1117600">
                <a:moveTo>
                  <a:pt x="0" y="25400"/>
                </a:moveTo>
                <a:cubicBezTo>
                  <a:pt x="0" y="11372"/>
                  <a:pt x="11372" y="0"/>
                  <a:pt x="25400" y="0"/>
                </a:cubicBezTo>
                <a:lnTo>
                  <a:pt x="25400" y="0"/>
                </a:lnTo>
                <a:cubicBezTo>
                  <a:pt x="39428" y="0"/>
                  <a:pt x="50800" y="11372"/>
                  <a:pt x="50800" y="25400"/>
                </a:cubicBezTo>
                <a:lnTo>
                  <a:pt x="50800" y="1092200"/>
                </a:lnTo>
                <a:cubicBezTo>
                  <a:pt x="50800" y="1106228"/>
                  <a:pt x="39428" y="1117600"/>
                  <a:pt x="25400" y="1117600"/>
                </a:cubicBezTo>
                <a:lnTo>
                  <a:pt x="25400" y="1117600"/>
                </a:lnTo>
                <a:cubicBezTo>
                  <a:pt x="11372" y="1117600"/>
                  <a:pt x="0" y="1106228"/>
                  <a:pt x="0" y="1092200"/>
                </a:cubicBezTo>
                <a:lnTo>
                  <a:pt x="0" y="25400"/>
                </a:lnTo>
                <a:close/>
              </a:path>
            </a:pathLst>
          </a:custGeom>
          <a:solidFill>
            <a:schemeClr val="accent1"/>
          </a:solidFill>
          <a:ln>
            <a:solidFill>
              <a:prstClr val="black">
                <a:alpha val="0"/>
              </a:prstClr>
            </a:solidFill>
            <a:prstDash val="solid"/>
          </a:ln>
        </p:spPr>
        <p:txBody>
          <a:bodyPr>
            <a:noAutofit/>
          </a:bodyPr>
          <a:lstStyle>
            <a:lvl1pPr marL="0" indent="0">
              <a:buNone/>
              <a:defRPr/>
            </a:lvl1pPr>
            <a:lvl2pPr>
              <a:buNone/>
              <a:defRPr/>
            </a:lvl2pPr>
            <a:lvl3pPr>
              <a:buNone/>
              <a:defRPr/>
            </a:lvl3pPr>
            <a:lvl4pPr>
              <a:buNone/>
              <a:defRPr/>
            </a:lvl4pPr>
            <a:lvl5pPr>
              <a:buNone/>
              <a:defRPr/>
            </a:lvl5pPr>
          </a:lstStyle>
          <a:p>
            <a:pPr lvl="0"/>
            <a:r>
              <a:rPr lang="zh-CN" altLang="en-US"/>
              <a:t> </a:t>
            </a:r>
          </a:p>
        </p:txBody>
      </p:sp>
      <p:sp>
        <p:nvSpPr>
          <p:cNvPr id="20" name="Text Placeholder 19"/>
          <p:cNvSpPr>
            <a:spLocks noGrp="1"/>
          </p:cNvSpPr>
          <p:nvPr>
            <p:ph type="body" idx="16390" hasCustomPrompt="1"/>
            <p:custDataLst>
              <p:tags r:id="rId13"/>
            </p:custDataLst>
          </p:nvPr>
        </p:nvSpPr>
        <p:spPr>
          <a:xfrm>
            <a:off x="762000" y="5130800"/>
            <a:ext cx="61722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Item title here</a:t>
            </a:r>
          </a:p>
        </p:txBody>
      </p:sp>
      <p:sp>
        <p:nvSpPr>
          <p:cNvPr id="21" name="Text Placeholder 20"/>
          <p:cNvSpPr>
            <a:spLocks noGrp="1"/>
          </p:cNvSpPr>
          <p:nvPr>
            <p:ph type="body" idx="16391" hasCustomPrompt="1"/>
            <p:custDataLst>
              <p:tags r:id="rId14"/>
            </p:custDataLst>
          </p:nvPr>
        </p:nvSpPr>
        <p:spPr>
          <a:xfrm>
            <a:off x="762000" y="5638800"/>
            <a:ext cx="6172200" cy="609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Enter title text here</a:t>
            </a:r>
          </a:p>
        </p:txBody>
      </p:sp>
    </p:spTree>
  </p:cSld>
  <p:clrMapOvr>
    <a:overrideClrMapping bg1="dk1" tx1="lt1" bg2="dk2" tx2="lt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Content_Slide-35_20">
    <p:bg>
      <p:bgRef idx="1001">
        <a:schemeClr val="bg2"/>
      </p:bgRef>
    </p:bg>
    <p:spTree>
      <p:nvGrpSpPr>
        <p:cNvPr id="1" name=""/>
        <p:cNvGrpSpPr/>
        <p:nvPr/>
      </p:nvGrpSpPr>
      <p:grpSpPr>
        <a:xfrm>
          <a:off x="0" y="0"/>
          <a:ext cx="0" cy="0"/>
          <a:chOff x="0" y="0"/>
          <a:chExt cx="0" cy="0"/>
        </a:xfrm>
      </p:grpSpPr>
      <p:sp>
        <p:nvSpPr>
          <p:cNvPr id="8" name="日期占位符 3"/>
          <p:cNvSpPr>
            <a:spLocks noGrp="1"/>
          </p:cNvSpPr>
          <p:nvPr>
            <p:ph type="dt" sz="half" idx="10"/>
            <p:custDataLst>
              <p:tags r:id="rId1"/>
            </p:custDataLst>
          </p:nvPr>
        </p:nvSpPr>
        <p:spPr/>
        <p:txBody>
          <a:bodyPr/>
          <a:lstStyle/>
          <a:p>
            <a:fld id="{760FBDFE-C587-4B4C-A407-44438C67B59E}" type="datetimeFigureOut">
              <a:rPr lang="zh-CN" altLang="en-US" smtClean="0"/>
              <a:t>2026/7/9</a:t>
            </a:fld>
            <a:endParaRPr lang="zh-CN" altLang="en-US"/>
          </a:p>
        </p:txBody>
      </p:sp>
      <p:sp>
        <p:nvSpPr>
          <p:cNvPr id="9" name="页脚占位符 4"/>
          <p:cNvSpPr>
            <a:spLocks noGrp="1"/>
          </p:cNvSpPr>
          <p:nvPr>
            <p:ph type="ftr" sz="quarter" idx="11"/>
            <p:custDataLst>
              <p:tags r:id="rId2"/>
            </p:custDataLst>
          </p:nvPr>
        </p:nvSpPr>
        <p:spPr/>
        <p:txBody>
          <a:bodyPr/>
          <a:lstStyle/>
          <a:p>
            <a:endParaRPr lang="zh-CN" altLang="en-US"/>
          </a:p>
        </p:txBody>
      </p:sp>
      <p:sp>
        <p:nvSpPr>
          <p:cNvPr id="10" name="灯片编号占位符 5"/>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11" name="Title 10"/>
          <p:cNvSpPr>
            <a:spLocks noGrp="1"/>
          </p:cNvSpPr>
          <p:nvPr>
            <p:ph type="ctrTitle" idx="16385" hasCustomPrompt="1"/>
            <p:custDataLst>
              <p:tags r:id="rId4"/>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pPr lvl="0"/>
            <a:r>
              <a:t>Your slide title here</a:t>
            </a:r>
          </a:p>
        </p:txBody>
      </p:sp>
      <p:sp>
        <p:nvSpPr>
          <p:cNvPr id="12" name="Text Placeholder 11"/>
          <p:cNvSpPr>
            <a:spLocks noGrp="1"/>
          </p:cNvSpPr>
          <p:nvPr>
            <p:ph type="body" idx="16388" hasCustomPrompt="1"/>
            <p:custDataLst>
              <p:tags r:id="rId5"/>
            </p:custDataLst>
          </p:nvPr>
        </p:nvSpPr>
        <p:spPr>
          <a:xfrm>
            <a:off x="622300" y="1701800"/>
            <a:ext cx="1193800" cy="1016000"/>
          </a:xfrm>
          <a:noFill/>
        </p:spPr>
        <p:txBody>
          <a:bodyPr wrap="none" lIns="0" tIns="0" rIns="0" bIns="0" anchor="ctr">
            <a:noAutofit/>
          </a:bodyPr>
          <a:lstStyle>
            <a:lvl1pPr marL="0" indent="0" algn="ctr">
              <a:lnSpc>
                <a:spcPct val="109000"/>
              </a:lnSpc>
              <a:spcBef>
                <a:spcPct val="0"/>
              </a:spcBef>
              <a:spcAft>
                <a:spcPct val="0"/>
              </a:spcAft>
              <a:buNone/>
              <a:defRPr sz="8000" b="0" spc="0">
                <a:solidFill>
                  <a:schemeClr val="accent1"/>
                </a:solidFill>
              </a:defRPr>
            </a:lvl1pPr>
          </a:lstStyle>
          <a:p>
            <a:pPr lvl="0"/>
            <a:r>
              <a:rPr lang="zh-CN" altLang="en-US"/>
              <a:t>01</a:t>
            </a:r>
          </a:p>
        </p:txBody>
      </p:sp>
      <p:sp>
        <p:nvSpPr>
          <p:cNvPr id="13" name="Text Placeholder 12"/>
          <p:cNvSpPr>
            <a:spLocks noGrp="1"/>
          </p:cNvSpPr>
          <p:nvPr>
            <p:ph type="body" idx="16386" hasCustomPrompt="1"/>
            <p:custDataLst>
              <p:tags r:id="rId6"/>
            </p:custDataLst>
          </p:nvPr>
        </p:nvSpPr>
        <p:spPr>
          <a:xfrm>
            <a:off x="2133600" y="1651000"/>
            <a:ext cx="94488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Your item title here</a:t>
            </a:r>
          </a:p>
        </p:txBody>
      </p:sp>
      <p:sp>
        <p:nvSpPr>
          <p:cNvPr id="14" name="Text Placeholder 13"/>
          <p:cNvSpPr>
            <a:spLocks noGrp="1"/>
          </p:cNvSpPr>
          <p:nvPr>
            <p:ph type="body" idx="16387" hasCustomPrompt="1"/>
            <p:custDataLst>
              <p:tags r:id="rId7"/>
            </p:custDataLst>
          </p:nvPr>
        </p:nvSpPr>
        <p:spPr>
          <a:xfrm>
            <a:off x="2133600" y="2159000"/>
            <a:ext cx="9448800" cy="609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Enter title text here</a:t>
            </a:r>
          </a:p>
        </p:txBody>
      </p:sp>
      <p:sp>
        <p:nvSpPr>
          <p:cNvPr id="15" name="Text Placeholder 14"/>
          <p:cNvSpPr>
            <a:spLocks noGrp="1"/>
          </p:cNvSpPr>
          <p:nvPr>
            <p:ph type="body" idx="16391" hasCustomPrompt="1"/>
            <p:custDataLst>
              <p:tags r:id="rId8"/>
            </p:custDataLst>
          </p:nvPr>
        </p:nvSpPr>
        <p:spPr>
          <a:xfrm>
            <a:off x="622300" y="3378200"/>
            <a:ext cx="1193800" cy="1016000"/>
          </a:xfrm>
          <a:noFill/>
        </p:spPr>
        <p:txBody>
          <a:bodyPr wrap="none" lIns="0" tIns="0" rIns="0" bIns="0" anchor="ctr">
            <a:noAutofit/>
          </a:bodyPr>
          <a:lstStyle>
            <a:lvl1pPr marL="0" indent="0" algn="ctr">
              <a:lnSpc>
                <a:spcPct val="109000"/>
              </a:lnSpc>
              <a:spcBef>
                <a:spcPct val="0"/>
              </a:spcBef>
              <a:spcAft>
                <a:spcPct val="0"/>
              </a:spcAft>
              <a:buNone/>
              <a:defRPr sz="8000" b="0" spc="0">
                <a:solidFill>
                  <a:schemeClr val="accent1"/>
                </a:solidFill>
              </a:defRPr>
            </a:lvl1pPr>
          </a:lstStyle>
          <a:p>
            <a:pPr lvl="0"/>
            <a:r>
              <a:rPr lang="zh-CN" altLang="en-US"/>
              <a:t>02</a:t>
            </a:r>
          </a:p>
        </p:txBody>
      </p:sp>
      <p:sp>
        <p:nvSpPr>
          <p:cNvPr id="16" name="Text Placeholder 15"/>
          <p:cNvSpPr>
            <a:spLocks noGrp="1"/>
          </p:cNvSpPr>
          <p:nvPr>
            <p:ph type="body" idx="16389" hasCustomPrompt="1"/>
            <p:custDataLst>
              <p:tags r:id="rId9"/>
            </p:custDataLst>
          </p:nvPr>
        </p:nvSpPr>
        <p:spPr>
          <a:xfrm>
            <a:off x="2133600" y="3327400"/>
            <a:ext cx="94488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Your item title here</a:t>
            </a:r>
          </a:p>
        </p:txBody>
      </p:sp>
      <p:sp>
        <p:nvSpPr>
          <p:cNvPr id="17" name="Text Placeholder 16"/>
          <p:cNvSpPr>
            <a:spLocks noGrp="1"/>
          </p:cNvSpPr>
          <p:nvPr>
            <p:ph type="body" idx="16390" hasCustomPrompt="1"/>
            <p:custDataLst>
              <p:tags r:id="rId10"/>
            </p:custDataLst>
          </p:nvPr>
        </p:nvSpPr>
        <p:spPr>
          <a:xfrm>
            <a:off x="2133600" y="3835400"/>
            <a:ext cx="9448800" cy="609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Enter title text here</a:t>
            </a:r>
          </a:p>
        </p:txBody>
      </p:sp>
      <p:sp>
        <p:nvSpPr>
          <p:cNvPr id="18" name="Text Placeholder 17"/>
          <p:cNvSpPr>
            <a:spLocks noGrp="1"/>
          </p:cNvSpPr>
          <p:nvPr>
            <p:ph type="body" idx="16394" hasCustomPrompt="1"/>
            <p:custDataLst>
              <p:tags r:id="rId11"/>
            </p:custDataLst>
          </p:nvPr>
        </p:nvSpPr>
        <p:spPr>
          <a:xfrm>
            <a:off x="622300" y="5054600"/>
            <a:ext cx="1193800" cy="1016000"/>
          </a:xfrm>
          <a:noFill/>
        </p:spPr>
        <p:txBody>
          <a:bodyPr wrap="none" lIns="0" tIns="0" rIns="0" bIns="0" anchor="ctr">
            <a:noAutofit/>
          </a:bodyPr>
          <a:lstStyle>
            <a:lvl1pPr marL="0" indent="0" algn="ctr">
              <a:lnSpc>
                <a:spcPct val="109000"/>
              </a:lnSpc>
              <a:spcBef>
                <a:spcPct val="0"/>
              </a:spcBef>
              <a:spcAft>
                <a:spcPct val="0"/>
              </a:spcAft>
              <a:buNone/>
              <a:defRPr sz="8000" b="0" spc="0">
                <a:solidFill>
                  <a:schemeClr val="accent1"/>
                </a:solidFill>
              </a:defRPr>
            </a:lvl1pPr>
          </a:lstStyle>
          <a:p>
            <a:pPr lvl="0"/>
            <a:r>
              <a:rPr lang="zh-CN" altLang="en-US"/>
              <a:t>03</a:t>
            </a:r>
          </a:p>
        </p:txBody>
      </p:sp>
      <p:sp>
        <p:nvSpPr>
          <p:cNvPr id="19" name="Text Placeholder 18"/>
          <p:cNvSpPr>
            <a:spLocks noGrp="1"/>
          </p:cNvSpPr>
          <p:nvPr>
            <p:ph type="body" idx="16392" hasCustomPrompt="1"/>
            <p:custDataLst>
              <p:tags r:id="rId12"/>
            </p:custDataLst>
          </p:nvPr>
        </p:nvSpPr>
        <p:spPr>
          <a:xfrm>
            <a:off x="2133600" y="5003800"/>
            <a:ext cx="94488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Your item title here</a:t>
            </a:r>
          </a:p>
        </p:txBody>
      </p:sp>
      <p:sp>
        <p:nvSpPr>
          <p:cNvPr id="20" name="Text Placeholder 19"/>
          <p:cNvSpPr>
            <a:spLocks noGrp="1"/>
          </p:cNvSpPr>
          <p:nvPr>
            <p:ph type="body" idx="16393" hasCustomPrompt="1"/>
            <p:custDataLst>
              <p:tags r:id="rId13"/>
            </p:custDataLst>
          </p:nvPr>
        </p:nvSpPr>
        <p:spPr>
          <a:xfrm>
            <a:off x="2133600" y="5511800"/>
            <a:ext cx="9448800" cy="609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Enter title text here</a:t>
            </a:r>
          </a:p>
        </p:txBody>
      </p:sp>
    </p:spTree>
  </p:cSld>
  <p:clrMapOvr>
    <a:overrideClrMapping bg1="dk1" tx1="lt1" bg2="dk2" tx2="lt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Content_Slide-30_29">
    <p:bg>
      <p:bgRef idx="1001">
        <a:schemeClr val="bg2"/>
      </p:bgRef>
    </p:bg>
    <p:spTree>
      <p:nvGrpSpPr>
        <p:cNvPr id="1" name=""/>
        <p:cNvGrpSpPr/>
        <p:nvPr/>
      </p:nvGrpSpPr>
      <p:grpSpPr>
        <a:xfrm>
          <a:off x="0" y="0"/>
          <a:ext cx="0" cy="0"/>
          <a:chOff x="0" y="0"/>
          <a:chExt cx="0" cy="0"/>
        </a:xfrm>
      </p:grpSpPr>
      <p:sp>
        <p:nvSpPr>
          <p:cNvPr id="8" name="日期占位符 3"/>
          <p:cNvSpPr>
            <a:spLocks noGrp="1"/>
          </p:cNvSpPr>
          <p:nvPr>
            <p:ph type="dt" sz="half" idx="10"/>
            <p:custDataLst>
              <p:tags r:id="rId1"/>
            </p:custDataLst>
          </p:nvPr>
        </p:nvSpPr>
        <p:spPr/>
        <p:txBody>
          <a:bodyPr/>
          <a:lstStyle/>
          <a:p>
            <a:fld id="{760FBDFE-C587-4B4C-A407-44438C67B59E}" type="datetimeFigureOut">
              <a:rPr lang="zh-CN" altLang="en-US" smtClean="0"/>
              <a:t>2026/7/9</a:t>
            </a:fld>
            <a:endParaRPr lang="zh-CN" altLang="en-US"/>
          </a:p>
        </p:txBody>
      </p:sp>
      <p:sp>
        <p:nvSpPr>
          <p:cNvPr id="9" name="页脚占位符 4"/>
          <p:cNvSpPr>
            <a:spLocks noGrp="1"/>
          </p:cNvSpPr>
          <p:nvPr>
            <p:ph type="ftr" sz="quarter" idx="11"/>
            <p:custDataLst>
              <p:tags r:id="rId2"/>
            </p:custDataLst>
          </p:nvPr>
        </p:nvSpPr>
        <p:spPr/>
        <p:txBody>
          <a:bodyPr/>
          <a:lstStyle/>
          <a:p>
            <a:endParaRPr lang="zh-CN" altLang="en-US"/>
          </a:p>
        </p:txBody>
      </p:sp>
      <p:sp>
        <p:nvSpPr>
          <p:cNvPr id="10" name="灯片编号占位符 5"/>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11" name="Title 10"/>
          <p:cNvSpPr>
            <a:spLocks noGrp="1"/>
          </p:cNvSpPr>
          <p:nvPr>
            <p:ph type="ctrTitle" idx="16385" hasCustomPrompt="1"/>
            <p:custDataLst>
              <p:tags r:id="rId4"/>
            </p:custDataLst>
          </p:nvPr>
        </p:nvSpPr>
        <p:spPr>
          <a:xfrm>
            <a:off x="4191000" y="533400"/>
            <a:ext cx="73914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pPr lvl="0"/>
            <a:r>
              <a:t>Your slide title here</a:t>
            </a:r>
          </a:p>
        </p:txBody>
      </p:sp>
      <p:sp>
        <p:nvSpPr>
          <p:cNvPr id="12" name="Content Placeholder 11"/>
          <p:cNvSpPr>
            <a:spLocks noGrp="1"/>
          </p:cNvSpPr>
          <p:nvPr>
            <p:ph idx="16392" hasCustomPrompt="1"/>
            <p:custDataLst>
              <p:tags r:id="rId5"/>
            </p:custDataLst>
          </p:nvPr>
        </p:nvSpPr>
        <p:spPr>
          <a:xfrm>
            <a:off x="0" y="0"/>
            <a:ext cx="3581400" cy="6858000"/>
          </a:xfrm>
          <a:custGeom>
            <a:avLst/>
            <a:gdLst>
              <a:gd name="connisteX0" fmla="*/ 0 w 3581400"/>
              <a:gd name="connsiteY0" fmla="*/ 0 h 6858000"/>
              <a:gd name="connisteX1" fmla="*/ 3581400 w 3581400"/>
              <a:gd name="connsiteY1" fmla="*/ 0 h 6858000"/>
              <a:gd name="connisteX2" fmla="*/ 3581400 w 3581400"/>
              <a:gd name="connsiteY2" fmla="*/ 6858000 h 6858000"/>
              <a:gd name="connisteX3" fmla="*/ 0 w 3581400"/>
              <a:gd name="connsiteY3" fmla="*/ 6858000 h 6858000"/>
              <a:gd name="connisteX4" fmla="*/ 0 w 3581400"/>
              <a:gd name="connsiteY4" fmla="*/ 0 h 6858000"/>
            </a:gdLst>
            <a:ahLst/>
            <a:cxnLst>
              <a:cxn ang="0">
                <a:pos x="connisteX0" y="connsiteY0"/>
              </a:cxn>
              <a:cxn ang="0">
                <a:pos x="connisteX1" y="connsiteY1"/>
              </a:cxn>
              <a:cxn ang="0">
                <a:pos x="connisteX2" y="connsiteY2"/>
              </a:cxn>
              <a:cxn ang="0">
                <a:pos x="connisteX3" y="connsiteY3"/>
              </a:cxn>
              <a:cxn ang="0">
                <a:pos x="connisteX4" y="connsiteY4"/>
              </a:cxn>
            </a:cxnLst>
            <a:rect l="0" t="0" r="0" b="0"/>
            <a:pathLst>
              <a:path w="3581400" h="6858000">
                <a:moveTo>
                  <a:pt x="0" y="0"/>
                </a:moveTo>
                <a:lnTo>
                  <a:pt x="3581400" y="0"/>
                </a:lnTo>
                <a:lnTo>
                  <a:pt x="3581400" y="6858000"/>
                </a:lnTo>
                <a:lnTo>
                  <a:pt x="0" y="6858000"/>
                </a:lnTo>
                <a:lnTo>
                  <a:pt x="0" y="0"/>
                </a:lnTo>
                <a:close/>
              </a:path>
            </a:pathLst>
          </a:custGeom>
          <a:solidFill>
            <a:srgbClr val="DDDDDD"/>
          </a:solidFill>
          <a:ln>
            <a:noFill/>
          </a:ln>
        </p:spPr>
        <p:txBody>
          <a:bodyPr>
            <a:normAutofit/>
          </a:bodyPr>
          <a:lstStyle>
            <a:lvl1pPr marL="0" indent="0">
              <a:buNone/>
              <a:defRPr/>
            </a:lvl1pPr>
            <a:lvl2pPr>
              <a:buNone/>
              <a:defRPr/>
            </a:lvl2pPr>
            <a:lvl3pPr>
              <a:buNone/>
              <a:defRPr/>
            </a:lvl3pPr>
            <a:lvl4pPr>
              <a:buNone/>
              <a:defRPr/>
            </a:lvl4pPr>
            <a:lvl5pPr>
              <a:buNone/>
              <a:defRPr/>
            </a:lvl5pPr>
          </a:lstStyle>
          <a:p>
            <a:pPr lvl="0"/>
            <a:r>
              <a:rPr lang="zh-CN" altLang="en-US"/>
              <a:t> </a:t>
            </a:r>
          </a:p>
        </p:txBody>
      </p:sp>
      <p:sp>
        <p:nvSpPr>
          <p:cNvPr id="13" name="装饰  2"/>
          <p:cNvSpPr>
            <a:spLocks noGrp="1"/>
          </p:cNvSpPr>
          <p:nvPr>
            <p:ph type="body" idx="16393" hasCustomPrompt="1"/>
            <p:custDataLst>
              <p:tags r:id="rId6"/>
            </p:custDataLst>
          </p:nvPr>
        </p:nvSpPr>
        <p:spPr>
          <a:xfrm>
            <a:off x="4191000" y="1676400"/>
            <a:ext cx="50800" cy="1117600"/>
          </a:xfrm>
          <a:custGeom>
            <a:avLst/>
            <a:gdLst>
              <a:gd name="connisteX0" fmla="*/ 0 w 50800"/>
              <a:gd name="connsiteY0" fmla="*/ 25400 h 1117600"/>
              <a:gd name="connisteX1" fmla="*/ 25400 w 50800"/>
              <a:gd name="connsiteY1" fmla="*/ 0 h 1117600"/>
              <a:gd name="connisteX2" fmla="*/ 25400 w 50800"/>
              <a:gd name="connsiteY2" fmla="*/ 0 h 1117600"/>
              <a:gd name="connisteX3" fmla="*/ 50800 w 50800"/>
              <a:gd name="connsiteY3" fmla="*/ 25400 h 1117600"/>
              <a:gd name="connisteX4" fmla="*/ 50800 w 50800"/>
              <a:gd name="connsiteY4" fmla="*/ 1092200 h 1117600"/>
              <a:gd name="connisteX5" fmla="*/ 25400 w 50800"/>
              <a:gd name="connsiteY5" fmla="*/ 1117600 h 1117600"/>
              <a:gd name="connisteX6" fmla="*/ 25400 w 50800"/>
              <a:gd name="connsiteY6" fmla="*/ 1117600 h 1117600"/>
              <a:gd name="connisteX7" fmla="*/ 0 w 50800"/>
              <a:gd name="connsiteY7" fmla="*/ 1092200 h 1117600"/>
              <a:gd name="connisteX8" fmla="*/ 0 w 50800"/>
              <a:gd name="connsiteY8" fmla="*/ 25400 h 11176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50800" h="1117600">
                <a:moveTo>
                  <a:pt x="0" y="25400"/>
                </a:moveTo>
                <a:cubicBezTo>
                  <a:pt x="0" y="11372"/>
                  <a:pt x="11372" y="0"/>
                  <a:pt x="25400" y="0"/>
                </a:cubicBezTo>
                <a:lnTo>
                  <a:pt x="25400" y="0"/>
                </a:lnTo>
                <a:cubicBezTo>
                  <a:pt x="39428" y="0"/>
                  <a:pt x="50800" y="11372"/>
                  <a:pt x="50800" y="25400"/>
                </a:cubicBezTo>
                <a:lnTo>
                  <a:pt x="50800" y="1092200"/>
                </a:lnTo>
                <a:cubicBezTo>
                  <a:pt x="50800" y="1106228"/>
                  <a:pt x="39428" y="1117600"/>
                  <a:pt x="25400" y="1117600"/>
                </a:cubicBezTo>
                <a:lnTo>
                  <a:pt x="25400" y="1117600"/>
                </a:lnTo>
                <a:cubicBezTo>
                  <a:pt x="11372" y="1117600"/>
                  <a:pt x="0" y="1106228"/>
                  <a:pt x="0" y="1092200"/>
                </a:cubicBezTo>
                <a:lnTo>
                  <a:pt x="0" y="25400"/>
                </a:lnTo>
                <a:close/>
              </a:path>
            </a:pathLst>
          </a:custGeom>
          <a:solidFill>
            <a:schemeClr val="accent1"/>
          </a:solidFill>
          <a:ln>
            <a:solidFill>
              <a:prstClr val="black">
                <a:alpha val="0"/>
              </a:prstClr>
            </a:solidFill>
            <a:prstDash val="solid"/>
          </a:ln>
        </p:spPr>
        <p:txBody>
          <a:bodyPr>
            <a:noAutofit/>
          </a:bodyPr>
          <a:lstStyle>
            <a:lvl1pPr marL="0" indent="0">
              <a:buNone/>
              <a:defRPr/>
            </a:lvl1pPr>
            <a:lvl2pPr>
              <a:buNone/>
              <a:defRPr/>
            </a:lvl2pPr>
            <a:lvl3pPr>
              <a:buNone/>
              <a:defRPr/>
            </a:lvl3pPr>
            <a:lvl4pPr>
              <a:buNone/>
              <a:defRPr/>
            </a:lvl4pPr>
            <a:lvl5pPr>
              <a:buNone/>
              <a:defRPr/>
            </a:lvl5pPr>
          </a:lstStyle>
          <a:p>
            <a:pPr lvl="0"/>
            <a:r>
              <a:rPr lang="zh-CN" altLang="en-US"/>
              <a:t> </a:t>
            </a:r>
          </a:p>
        </p:txBody>
      </p:sp>
      <p:sp>
        <p:nvSpPr>
          <p:cNvPr id="14" name="Text Placeholder 13"/>
          <p:cNvSpPr>
            <a:spLocks noGrp="1"/>
          </p:cNvSpPr>
          <p:nvPr>
            <p:ph type="body" idx="16386" hasCustomPrompt="1"/>
            <p:custDataLst>
              <p:tags r:id="rId7"/>
            </p:custDataLst>
          </p:nvPr>
        </p:nvSpPr>
        <p:spPr>
          <a:xfrm>
            <a:off x="4343400" y="1676400"/>
            <a:ext cx="72390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Your item title here</a:t>
            </a:r>
          </a:p>
        </p:txBody>
      </p:sp>
      <p:sp>
        <p:nvSpPr>
          <p:cNvPr id="15" name="Text Placeholder 14"/>
          <p:cNvSpPr>
            <a:spLocks noGrp="1"/>
          </p:cNvSpPr>
          <p:nvPr>
            <p:ph type="body" idx="16387" hasCustomPrompt="1"/>
            <p:custDataLst>
              <p:tags r:id="rId8"/>
            </p:custDataLst>
          </p:nvPr>
        </p:nvSpPr>
        <p:spPr>
          <a:xfrm>
            <a:off x="4343400" y="2184400"/>
            <a:ext cx="7239000" cy="609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Enter title text here</a:t>
            </a:r>
          </a:p>
        </p:txBody>
      </p:sp>
      <p:sp>
        <p:nvSpPr>
          <p:cNvPr id="16" name="装饰  5"/>
          <p:cNvSpPr>
            <a:spLocks noGrp="1"/>
          </p:cNvSpPr>
          <p:nvPr>
            <p:ph type="body" idx="16394" hasCustomPrompt="1"/>
            <p:custDataLst>
              <p:tags r:id="rId9"/>
            </p:custDataLst>
          </p:nvPr>
        </p:nvSpPr>
        <p:spPr>
          <a:xfrm>
            <a:off x="4191000" y="3403600"/>
            <a:ext cx="50800" cy="1117600"/>
          </a:xfrm>
          <a:custGeom>
            <a:avLst/>
            <a:gdLst>
              <a:gd name="connisteX0" fmla="*/ 0 w 50800"/>
              <a:gd name="connsiteY0" fmla="*/ 25400 h 1117600"/>
              <a:gd name="connisteX1" fmla="*/ 25400 w 50800"/>
              <a:gd name="connsiteY1" fmla="*/ 0 h 1117600"/>
              <a:gd name="connisteX2" fmla="*/ 25400 w 50800"/>
              <a:gd name="connsiteY2" fmla="*/ 0 h 1117600"/>
              <a:gd name="connisteX3" fmla="*/ 50800 w 50800"/>
              <a:gd name="connsiteY3" fmla="*/ 25400 h 1117600"/>
              <a:gd name="connisteX4" fmla="*/ 50800 w 50800"/>
              <a:gd name="connsiteY4" fmla="*/ 1092200 h 1117600"/>
              <a:gd name="connisteX5" fmla="*/ 25400 w 50800"/>
              <a:gd name="connsiteY5" fmla="*/ 1117600 h 1117600"/>
              <a:gd name="connisteX6" fmla="*/ 25400 w 50800"/>
              <a:gd name="connsiteY6" fmla="*/ 1117600 h 1117600"/>
              <a:gd name="connisteX7" fmla="*/ 0 w 50800"/>
              <a:gd name="connsiteY7" fmla="*/ 1092200 h 1117600"/>
              <a:gd name="connisteX8" fmla="*/ 0 w 50800"/>
              <a:gd name="connsiteY8" fmla="*/ 25400 h 11176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50800" h="1117600">
                <a:moveTo>
                  <a:pt x="0" y="25400"/>
                </a:moveTo>
                <a:cubicBezTo>
                  <a:pt x="0" y="11372"/>
                  <a:pt x="11372" y="0"/>
                  <a:pt x="25400" y="0"/>
                </a:cubicBezTo>
                <a:lnTo>
                  <a:pt x="25400" y="0"/>
                </a:lnTo>
                <a:cubicBezTo>
                  <a:pt x="39428" y="0"/>
                  <a:pt x="50800" y="11372"/>
                  <a:pt x="50800" y="25400"/>
                </a:cubicBezTo>
                <a:lnTo>
                  <a:pt x="50800" y="1092200"/>
                </a:lnTo>
                <a:cubicBezTo>
                  <a:pt x="50800" y="1106228"/>
                  <a:pt x="39428" y="1117600"/>
                  <a:pt x="25400" y="1117600"/>
                </a:cubicBezTo>
                <a:lnTo>
                  <a:pt x="25400" y="1117600"/>
                </a:lnTo>
                <a:cubicBezTo>
                  <a:pt x="11372" y="1117600"/>
                  <a:pt x="0" y="1106228"/>
                  <a:pt x="0" y="1092200"/>
                </a:cubicBezTo>
                <a:lnTo>
                  <a:pt x="0" y="25400"/>
                </a:lnTo>
                <a:close/>
              </a:path>
            </a:pathLst>
          </a:custGeom>
          <a:solidFill>
            <a:schemeClr val="accent1"/>
          </a:solidFill>
          <a:ln>
            <a:solidFill>
              <a:prstClr val="black">
                <a:alpha val="0"/>
              </a:prstClr>
            </a:solidFill>
            <a:prstDash val="solid"/>
          </a:ln>
        </p:spPr>
        <p:txBody>
          <a:bodyPr>
            <a:noAutofit/>
          </a:bodyPr>
          <a:lstStyle>
            <a:lvl1pPr marL="0" indent="0">
              <a:buNone/>
              <a:defRPr/>
            </a:lvl1pPr>
            <a:lvl2pPr>
              <a:buNone/>
              <a:defRPr/>
            </a:lvl2pPr>
            <a:lvl3pPr>
              <a:buNone/>
              <a:defRPr/>
            </a:lvl3pPr>
            <a:lvl4pPr>
              <a:buNone/>
              <a:defRPr/>
            </a:lvl4pPr>
            <a:lvl5pPr>
              <a:buNone/>
              <a:defRPr/>
            </a:lvl5pPr>
          </a:lstStyle>
          <a:p>
            <a:pPr lvl="0"/>
            <a:r>
              <a:rPr lang="zh-CN" altLang="en-US"/>
              <a:t> </a:t>
            </a:r>
          </a:p>
        </p:txBody>
      </p:sp>
      <p:sp>
        <p:nvSpPr>
          <p:cNvPr id="17" name="Text Placeholder 16"/>
          <p:cNvSpPr>
            <a:spLocks noGrp="1"/>
          </p:cNvSpPr>
          <p:nvPr>
            <p:ph type="body" idx="16388" hasCustomPrompt="1"/>
            <p:custDataLst>
              <p:tags r:id="rId10"/>
            </p:custDataLst>
          </p:nvPr>
        </p:nvSpPr>
        <p:spPr>
          <a:xfrm>
            <a:off x="4343400" y="3403600"/>
            <a:ext cx="72390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Your item title here</a:t>
            </a:r>
          </a:p>
        </p:txBody>
      </p:sp>
      <p:sp>
        <p:nvSpPr>
          <p:cNvPr id="18" name="Text Placeholder 17"/>
          <p:cNvSpPr>
            <a:spLocks noGrp="1"/>
          </p:cNvSpPr>
          <p:nvPr>
            <p:ph type="body" idx="16389" hasCustomPrompt="1"/>
            <p:custDataLst>
              <p:tags r:id="rId11"/>
            </p:custDataLst>
          </p:nvPr>
        </p:nvSpPr>
        <p:spPr>
          <a:xfrm>
            <a:off x="4343400" y="3911600"/>
            <a:ext cx="7239000" cy="609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Enter title text here</a:t>
            </a:r>
          </a:p>
        </p:txBody>
      </p:sp>
      <p:sp>
        <p:nvSpPr>
          <p:cNvPr id="19" name="装饰  8"/>
          <p:cNvSpPr>
            <a:spLocks noGrp="1"/>
          </p:cNvSpPr>
          <p:nvPr>
            <p:ph type="body" idx="16395" hasCustomPrompt="1"/>
            <p:custDataLst>
              <p:tags r:id="rId12"/>
            </p:custDataLst>
          </p:nvPr>
        </p:nvSpPr>
        <p:spPr>
          <a:xfrm>
            <a:off x="4191000" y="5130800"/>
            <a:ext cx="50800" cy="1117600"/>
          </a:xfrm>
          <a:custGeom>
            <a:avLst/>
            <a:gdLst>
              <a:gd name="connisteX0" fmla="*/ 0 w 50800"/>
              <a:gd name="connsiteY0" fmla="*/ 25400 h 1117600"/>
              <a:gd name="connisteX1" fmla="*/ 25400 w 50800"/>
              <a:gd name="connsiteY1" fmla="*/ 0 h 1117600"/>
              <a:gd name="connisteX2" fmla="*/ 25400 w 50800"/>
              <a:gd name="connsiteY2" fmla="*/ 0 h 1117600"/>
              <a:gd name="connisteX3" fmla="*/ 50800 w 50800"/>
              <a:gd name="connsiteY3" fmla="*/ 25400 h 1117600"/>
              <a:gd name="connisteX4" fmla="*/ 50800 w 50800"/>
              <a:gd name="connsiteY4" fmla="*/ 1092200 h 1117600"/>
              <a:gd name="connisteX5" fmla="*/ 25400 w 50800"/>
              <a:gd name="connsiteY5" fmla="*/ 1117600 h 1117600"/>
              <a:gd name="connisteX6" fmla="*/ 25400 w 50800"/>
              <a:gd name="connsiteY6" fmla="*/ 1117600 h 1117600"/>
              <a:gd name="connisteX7" fmla="*/ 0 w 50800"/>
              <a:gd name="connsiteY7" fmla="*/ 1092200 h 1117600"/>
              <a:gd name="connisteX8" fmla="*/ 0 w 50800"/>
              <a:gd name="connsiteY8" fmla="*/ 25400 h 11176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50800" h="1117600">
                <a:moveTo>
                  <a:pt x="0" y="25400"/>
                </a:moveTo>
                <a:cubicBezTo>
                  <a:pt x="0" y="11372"/>
                  <a:pt x="11372" y="0"/>
                  <a:pt x="25400" y="0"/>
                </a:cubicBezTo>
                <a:lnTo>
                  <a:pt x="25400" y="0"/>
                </a:lnTo>
                <a:cubicBezTo>
                  <a:pt x="39428" y="0"/>
                  <a:pt x="50800" y="11372"/>
                  <a:pt x="50800" y="25400"/>
                </a:cubicBezTo>
                <a:lnTo>
                  <a:pt x="50800" y="1092200"/>
                </a:lnTo>
                <a:cubicBezTo>
                  <a:pt x="50800" y="1106228"/>
                  <a:pt x="39428" y="1117600"/>
                  <a:pt x="25400" y="1117600"/>
                </a:cubicBezTo>
                <a:lnTo>
                  <a:pt x="25400" y="1117600"/>
                </a:lnTo>
                <a:cubicBezTo>
                  <a:pt x="11372" y="1117600"/>
                  <a:pt x="0" y="1106228"/>
                  <a:pt x="0" y="1092200"/>
                </a:cubicBezTo>
                <a:lnTo>
                  <a:pt x="0" y="25400"/>
                </a:lnTo>
                <a:close/>
              </a:path>
            </a:pathLst>
          </a:custGeom>
          <a:solidFill>
            <a:schemeClr val="accent1"/>
          </a:solidFill>
          <a:ln>
            <a:solidFill>
              <a:prstClr val="black">
                <a:alpha val="0"/>
              </a:prstClr>
            </a:solidFill>
            <a:prstDash val="solid"/>
          </a:ln>
        </p:spPr>
        <p:txBody>
          <a:bodyPr>
            <a:noAutofit/>
          </a:bodyPr>
          <a:lstStyle>
            <a:lvl1pPr marL="0" indent="0">
              <a:buNone/>
              <a:defRPr/>
            </a:lvl1pPr>
            <a:lvl2pPr>
              <a:buNone/>
              <a:defRPr/>
            </a:lvl2pPr>
            <a:lvl3pPr>
              <a:buNone/>
              <a:defRPr/>
            </a:lvl3pPr>
            <a:lvl4pPr>
              <a:buNone/>
              <a:defRPr/>
            </a:lvl4pPr>
            <a:lvl5pPr>
              <a:buNone/>
              <a:defRPr/>
            </a:lvl5pPr>
          </a:lstStyle>
          <a:p>
            <a:pPr lvl="0"/>
            <a:r>
              <a:rPr lang="zh-CN" altLang="en-US"/>
              <a:t> </a:t>
            </a:r>
          </a:p>
        </p:txBody>
      </p:sp>
      <p:sp>
        <p:nvSpPr>
          <p:cNvPr id="20" name="Text Placeholder 19"/>
          <p:cNvSpPr>
            <a:spLocks noGrp="1"/>
          </p:cNvSpPr>
          <p:nvPr>
            <p:ph type="body" idx="16390" hasCustomPrompt="1"/>
            <p:custDataLst>
              <p:tags r:id="rId13"/>
            </p:custDataLst>
          </p:nvPr>
        </p:nvSpPr>
        <p:spPr>
          <a:xfrm>
            <a:off x="4343400" y="5130800"/>
            <a:ext cx="72390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Your item title here</a:t>
            </a:r>
          </a:p>
        </p:txBody>
      </p:sp>
      <p:sp>
        <p:nvSpPr>
          <p:cNvPr id="21" name="Text Placeholder 20"/>
          <p:cNvSpPr>
            <a:spLocks noGrp="1"/>
          </p:cNvSpPr>
          <p:nvPr>
            <p:ph type="body" idx="16391" hasCustomPrompt="1"/>
            <p:custDataLst>
              <p:tags r:id="rId14"/>
            </p:custDataLst>
          </p:nvPr>
        </p:nvSpPr>
        <p:spPr>
          <a:xfrm>
            <a:off x="4343400" y="5638800"/>
            <a:ext cx="7239000" cy="609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Enter title text here</a:t>
            </a:r>
          </a:p>
        </p:txBody>
      </p:sp>
    </p:spTree>
  </p:cSld>
  <p:clrMapOvr>
    <a:overrideClrMapping bg1="dk1" tx1="lt1" bg2="dk2" tx2="lt2" accent1="accent1" accent2="accent2" accent3="accent3" accent4="accent4" accent5="accent5" accent6="accent6" hlink="hlink" folHlink="folHlink"/>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Content_Slide-42_41">
    <p:bg>
      <p:bgRef idx="1001">
        <a:schemeClr val="bg2"/>
      </p:bgRef>
    </p:bg>
    <p:spTree>
      <p:nvGrpSpPr>
        <p:cNvPr id="1" name=""/>
        <p:cNvGrpSpPr/>
        <p:nvPr/>
      </p:nvGrpSpPr>
      <p:grpSpPr>
        <a:xfrm>
          <a:off x="0" y="0"/>
          <a:ext cx="0" cy="0"/>
          <a:chOff x="0" y="0"/>
          <a:chExt cx="0" cy="0"/>
        </a:xfrm>
      </p:grpSpPr>
      <p:sp>
        <p:nvSpPr>
          <p:cNvPr id="8" name="日期占位符 3"/>
          <p:cNvSpPr>
            <a:spLocks noGrp="1"/>
          </p:cNvSpPr>
          <p:nvPr>
            <p:ph type="dt" sz="half" idx="10"/>
            <p:custDataLst>
              <p:tags r:id="rId1"/>
            </p:custDataLst>
          </p:nvPr>
        </p:nvSpPr>
        <p:spPr/>
        <p:txBody>
          <a:bodyPr/>
          <a:lstStyle/>
          <a:p>
            <a:fld id="{760FBDFE-C587-4B4C-A407-44438C67B59E}" type="datetimeFigureOut">
              <a:rPr lang="zh-CN" altLang="en-US" smtClean="0"/>
              <a:t>2026/7/9</a:t>
            </a:fld>
            <a:endParaRPr lang="zh-CN" altLang="en-US"/>
          </a:p>
        </p:txBody>
      </p:sp>
      <p:sp>
        <p:nvSpPr>
          <p:cNvPr id="9" name="页脚占位符 4"/>
          <p:cNvSpPr>
            <a:spLocks noGrp="1"/>
          </p:cNvSpPr>
          <p:nvPr>
            <p:ph type="ftr" sz="quarter" idx="11"/>
            <p:custDataLst>
              <p:tags r:id="rId2"/>
            </p:custDataLst>
          </p:nvPr>
        </p:nvSpPr>
        <p:spPr/>
        <p:txBody>
          <a:bodyPr/>
          <a:lstStyle/>
          <a:p>
            <a:endParaRPr lang="zh-CN" altLang="en-US"/>
          </a:p>
        </p:txBody>
      </p:sp>
      <p:sp>
        <p:nvSpPr>
          <p:cNvPr id="10" name="灯片编号占位符 5"/>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11" name="Title 10"/>
          <p:cNvSpPr>
            <a:spLocks noGrp="1"/>
          </p:cNvSpPr>
          <p:nvPr>
            <p:ph type="ctrTitle" idx="16385" hasCustomPrompt="1"/>
            <p:custDataLst>
              <p:tags r:id="rId4"/>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pPr lvl="0"/>
            <a:r>
              <a:rPr lang="zh-CN" altLang="en-US"/>
              <a:t>Your slide title here</a:t>
            </a:r>
          </a:p>
        </p:txBody>
      </p:sp>
      <p:sp>
        <p:nvSpPr>
          <p:cNvPr id="12" name="Content Placeholder 11"/>
          <p:cNvSpPr>
            <a:spLocks noGrp="1"/>
          </p:cNvSpPr>
          <p:nvPr>
            <p:ph idx="16388" hasCustomPrompt="1"/>
            <p:custDataLst>
              <p:tags r:id="rId5"/>
            </p:custDataLst>
          </p:nvPr>
        </p:nvSpPr>
        <p:spPr>
          <a:xfrm>
            <a:off x="609600" y="1524000"/>
            <a:ext cx="10972800" cy="2235200"/>
          </a:xfrm>
          <a:custGeom>
            <a:avLst/>
            <a:gdLst>
              <a:gd name="connisteX0" fmla="*/ 0 w 10972800"/>
              <a:gd name="connsiteY0" fmla="*/ 203200 h 2235200"/>
              <a:gd name="connisteX1" fmla="*/ 203200 w 10972800"/>
              <a:gd name="connsiteY1" fmla="*/ 0 h 2235200"/>
              <a:gd name="connisteX2" fmla="*/ 10769600 w 10972800"/>
              <a:gd name="connsiteY2" fmla="*/ 0 h 2235200"/>
              <a:gd name="connisteX3" fmla="*/ 10972800 w 10972800"/>
              <a:gd name="connsiteY3" fmla="*/ 203200 h 2235200"/>
              <a:gd name="connisteX4" fmla="*/ 10972800 w 10972800"/>
              <a:gd name="connsiteY4" fmla="*/ 2032000 h 2235200"/>
              <a:gd name="connisteX5" fmla="*/ 10769600 w 10972800"/>
              <a:gd name="connsiteY5" fmla="*/ 2235200 h 2235200"/>
              <a:gd name="connisteX6" fmla="*/ 203200 w 10972800"/>
              <a:gd name="connsiteY6" fmla="*/ 2235200 h 2235200"/>
              <a:gd name="connisteX7" fmla="*/ 0 w 10972800"/>
              <a:gd name="connsiteY7" fmla="*/ 2032000 h 2235200"/>
              <a:gd name="connisteX8" fmla="*/ 0 w 10972800"/>
              <a:gd name="connsiteY8" fmla="*/ 203200 h 2235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10972800" h="2235200">
                <a:moveTo>
                  <a:pt x="0" y="203200"/>
                </a:moveTo>
                <a:cubicBezTo>
                  <a:pt x="0" y="90976"/>
                  <a:pt x="90976" y="0"/>
                  <a:pt x="203200" y="0"/>
                </a:cubicBezTo>
                <a:lnTo>
                  <a:pt x="10769600" y="0"/>
                </a:lnTo>
                <a:cubicBezTo>
                  <a:pt x="10881824" y="0"/>
                  <a:pt x="10972800" y="90976"/>
                  <a:pt x="10972800" y="203200"/>
                </a:cubicBezTo>
                <a:lnTo>
                  <a:pt x="10972800" y="2032000"/>
                </a:lnTo>
                <a:cubicBezTo>
                  <a:pt x="10972800" y="2144224"/>
                  <a:pt x="10881824" y="2235200"/>
                  <a:pt x="10769600" y="2235200"/>
                </a:cubicBezTo>
                <a:lnTo>
                  <a:pt x="203200" y="2235200"/>
                </a:lnTo>
                <a:cubicBezTo>
                  <a:pt x="90976" y="2235200"/>
                  <a:pt x="0" y="2144224"/>
                  <a:pt x="0" y="2032000"/>
                </a:cubicBezTo>
                <a:lnTo>
                  <a:pt x="0" y="203200"/>
                </a:lnTo>
                <a:close/>
              </a:path>
            </a:pathLst>
          </a:custGeom>
          <a:solidFill>
            <a:srgbClr val="DDDDDD"/>
          </a:solidFill>
          <a:ln>
            <a:noFill/>
          </a:ln>
        </p:spPr>
        <p:txBody>
          <a:bodyPr>
            <a:normAutofit/>
          </a:bodyPr>
          <a:lstStyle>
            <a:lvl1pPr marL="0" indent="0">
              <a:buNone/>
              <a:defRPr/>
            </a:lvl1pPr>
            <a:lvl2pPr>
              <a:buNone/>
              <a:defRPr/>
            </a:lvl2pPr>
            <a:lvl3pPr>
              <a:buNone/>
              <a:defRPr/>
            </a:lvl3pPr>
            <a:lvl4pPr>
              <a:buNone/>
              <a:defRPr/>
            </a:lvl4pPr>
            <a:lvl5pPr>
              <a:buNone/>
              <a:defRPr/>
            </a:lvl5pPr>
          </a:lstStyle>
          <a:p>
            <a:pPr lvl="0"/>
            <a:r>
              <a:rPr lang="zh-CN" altLang="en-US"/>
              <a:t> </a:t>
            </a:r>
          </a:p>
        </p:txBody>
      </p:sp>
      <p:sp>
        <p:nvSpPr>
          <p:cNvPr id="13" name="装饰  2"/>
          <p:cNvSpPr>
            <a:spLocks noGrp="1"/>
          </p:cNvSpPr>
          <p:nvPr>
            <p:ph type="body" idx="16389" hasCustomPrompt="1"/>
            <p:custDataLst>
              <p:tags r:id="rId6"/>
            </p:custDataLst>
          </p:nvPr>
        </p:nvSpPr>
        <p:spPr>
          <a:xfrm>
            <a:off x="609600" y="4216400"/>
            <a:ext cx="50800" cy="2032000"/>
          </a:xfrm>
          <a:custGeom>
            <a:avLst/>
            <a:gdLst>
              <a:gd name="connisteX0" fmla="*/ 0 w 50800"/>
              <a:gd name="connsiteY0" fmla="*/ 25400 h 2032000"/>
              <a:gd name="connisteX1" fmla="*/ 25400 w 50800"/>
              <a:gd name="connsiteY1" fmla="*/ 0 h 2032000"/>
              <a:gd name="connisteX2" fmla="*/ 25400 w 50800"/>
              <a:gd name="connsiteY2" fmla="*/ 0 h 2032000"/>
              <a:gd name="connisteX3" fmla="*/ 50800 w 50800"/>
              <a:gd name="connsiteY3" fmla="*/ 25400 h 2032000"/>
              <a:gd name="connisteX4" fmla="*/ 50800 w 50800"/>
              <a:gd name="connsiteY4" fmla="*/ 2006600 h 2032000"/>
              <a:gd name="connisteX5" fmla="*/ 25400 w 50800"/>
              <a:gd name="connsiteY5" fmla="*/ 2032000 h 2032000"/>
              <a:gd name="connisteX6" fmla="*/ 25400 w 50800"/>
              <a:gd name="connsiteY6" fmla="*/ 2032000 h 2032000"/>
              <a:gd name="connisteX7" fmla="*/ 0 w 50800"/>
              <a:gd name="connsiteY7" fmla="*/ 2006600 h 2032000"/>
              <a:gd name="connisteX8" fmla="*/ 0 w 50800"/>
              <a:gd name="connsiteY8" fmla="*/ 25400 h 203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50800" h="2032000">
                <a:moveTo>
                  <a:pt x="0" y="25400"/>
                </a:moveTo>
                <a:cubicBezTo>
                  <a:pt x="0" y="11372"/>
                  <a:pt x="11372" y="0"/>
                  <a:pt x="25400" y="0"/>
                </a:cubicBezTo>
                <a:lnTo>
                  <a:pt x="25400" y="0"/>
                </a:lnTo>
                <a:cubicBezTo>
                  <a:pt x="39428" y="0"/>
                  <a:pt x="50800" y="11372"/>
                  <a:pt x="50800" y="25400"/>
                </a:cubicBezTo>
                <a:lnTo>
                  <a:pt x="50800" y="2006600"/>
                </a:lnTo>
                <a:cubicBezTo>
                  <a:pt x="50800" y="2020628"/>
                  <a:pt x="39428" y="2032000"/>
                  <a:pt x="25400" y="2032000"/>
                </a:cubicBezTo>
                <a:lnTo>
                  <a:pt x="25400" y="2032000"/>
                </a:lnTo>
                <a:cubicBezTo>
                  <a:pt x="11372" y="2032000"/>
                  <a:pt x="0" y="2020628"/>
                  <a:pt x="0" y="2006600"/>
                </a:cubicBezTo>
                <a:lnTo>
                  <a:pt x="0" y="25400"/>
                </a:lnTo>
                <a:close/>
              </a:path>
            </a:pathLst>
          </a:custGeom>
          <a:solidFill>
            <a:schemeClr val="accent1"/>
          </a:solidFill>
          <a:ln>
            <a:solidFill>
              <a:prstClr val="black">
                <a:alpha val="0"/>
              </a:prstClr>
            </a:solidFill>
            <a:prstDash val="solid"/>
          </a:ln>
        </p:spPr>
        <p:txBody>
          <a:bodyPr>
            <a:noAutofit/>
          </a:bodyPr>
          <a:lstStyle>
            <a:lvl1pPr marL="0" indent="0">
              <a:buNone/>
              <a:defRPr/>
            </a:lvl1pPr>
            <a:lvl2pPr>
              <a:buNone/>
              <a:defRPr/>
            </a:lvl2pPr>
            <a:lvl3pPr>
              <a:buNone/>
              <a:defRPr/>
            </a:lvl3pPr>
            <a:lvl4pPr>
              <a:buNone/>
              <a:defRPr/>
            </a:lvl4pPr>
            <a:lvl5pPr>
              <a:buNone/>
              <a:defRPr/>
            </a:lvl5pPr>
          </a:lstStyle>
          <a:p>
            <a:pPr lvl="0"/>
            <a:r>
              <a:rPr lang="zh-CN" altLang="en-US"/>
              <a:t> </a:t>
            </a:r>
          </a:p>
        </p:txBody>
      </p:sp>
      <p:sp>
        <p:nvSpPr>
          <p:cNvPr id="14" name="Text Placeholder 13"/>
          <p:cNvSpPr>
            <a:spLocks noGrp="1"/>
          </p:cNvSpPr>
          <p:nvPr>
            <p:ph type="body" idx="16386" hasCustomPrompt="1"/>
            <p:custDataLst>
              <p:tags r:id="rId7"/>
            </p:custDataLst>
          </p:nvPr>
        </p:nvSpPr>
        <p:spPr>
          <a:xfrm>
            <a:off x="762000" y="4216400"/>
            <a:ext cx="108204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Your item title here</a:t>
            </a:r>
          </a:p>
        </p:txBody>
      </p:sp>
      <p:sp>
        <p:nvSpPr>
          <p:cNvPr id="15" name="Text Placeholder 14"/>
          <p:cNvSpPr>
            <a:spLocks noGrp="1"/>
          </p:cNvSpPr>
          <p:nvPr>
            <p:ph type="body" idx="16387" hasCustomPrompt="1"/>
            <p:custDataLst>
              <p:tags r:id="rId8"/>
            </p:custDataLst>
          </p:nvPr>
        </p:nvSpPr>
        <p:spPr>
          <a:xfrm>
            <a:off x="762000" y="4724400"/>
            <a:ext cx="10820400" cy="15240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Enter text here</a:t>
            </a:r>
          </a:p>
        </p:txBody>
      </p:sp>
    </p:spTree>
  </p:cSld>
  <p:clrMapOvr>
    <a:overrideClrMapping bg1="dk1" tx1="lt1" bg2="dk2" tx2="lt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Content_Slide-34_20">
    <p:bg>
      <p:bgRef idx="1001">
        <a:schemeClr val="bg2"/>
      </p:bgRef>
    </p:bg>
    <p:spTree>
      <p:nvGrpSpPr>
        <p:cNvPr id="1" name=""/>
        <p:cNvGrpSpPr/>
        <p:nvPr/>
      </p:nvGrpSpPr>
      <p:grpSpPr>
        <a:xfrm>
          <a:off x="0" y="0"/>
          <a:ext cx="0" cy="0"/>
          <a:chOff x="0" y="0"/>
          <a:chExt cx="0" cy="0"/>
        </a:xfrm>
      </p:grpSpPr>
      <p:sp>
        <p:nvSpPr>
          <p:cNvPr id="8" name="日期占位符 3"/>
          <p:cNvSpPr>
            <a:spLocks noGrp="1"/>
          </p:cNvSpPr>
          <p:nvPr>
            <p:ph type="dt" sz="half" idx="10"/>
            <p:custDataLst>
              <p:tags r:id="rId1"/>
            </p:custDataLst>
          </p:nvPr>
        </p:nvSpPr>
        <p:spPr/>
        <p:txBody>
          <a:bodyPr/>
          <a:lstStyle/>
          <a:p>
            <a:fld id="{760FBDFE-C587-4B4C-A407-44438C67B59E}" type="datetimeFigureOut">
              <a:rPr lang="zh-CN" altLang="en-US" smtClean="0"/>
              <a:t>2026/7/9</a:t>
            </a:fld>
            <a:endParaRPr lang="zh-CN" altLang="en-US"/>
          </a:p>
        </p:txBody>
      </p:sp>
      <p:sp>
        <p:nvSpPr>
          <p:cNvPr id="9" name="页脚占位符 4"/>
          <p:cNvSpPr>
            <a:spLocks noGrp="1"/>
          </p:cNvSpPr>
          <p:nvPr>
            <p:ph type="ftr" sz="quarter" idx="11"/>
            <p:custDataLst>
              <p:tags r:id="rId2"/>
            </p:custDataLst>
          </p:nvPr>
        </p:nvSpPr>
        <p:spPr/>
        <p:txBody>
          <a:bodyPr/>
          <a:lstStyle/>
          <a:p>
            <a:endParaRPr lang="zh-CN" altLang="en-US"/>
          </a:p>
        </p:txBody>
      </p:sp>
      <p:sp>
        <p:nvSpPr>
          <p:cNvPr id="10" name="灯片编号占位符 5"/>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11" name="Title 10"/>
          <p:cNvSpPr>
            <a:spLocks noGrp="1"/>
          </p:cNvSpPr>
          <p:nvPr>
            <p:ph type="ctrTitle" idx="16385" hasCustomPrompt="1"/>
            <p:custDataLst>
              <p:tags r:id="rId4"/>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pPr lvl="0"/>
            <a:r>
              <a:t>Your slide title here</a:t>
            </a:r>
          </a:p>
        </p:txBody>
      </p:sp>
      <p:sp>
        <p:nvSpPr>
          <p:cNvPr id="12" name="Picture Placeholder 11"/>
          <p:cNvSpPr>
            <a:spLocks noGrp="1"/>
          </p:cNvSpPr>
          <p:nvPr>
            <p:ph type="pic" idx="16392" hasCustomPrompt="1"/>
            <p:custDataLst>
              <p:tags r:id="rId5"/>
            </p:custDataLst>
          </p:nvPr>
        </p:nvSpPr>
        <p:spPr>
          <a:xfrm>
            <a:off x="609600" y="1600200"/>
            <a:ext cx="1219200" cy="1219200"/>
          </a:xfrm>
          <a:custGeom>
            <a:avLst/>
            <a:gdLst>
              <a:gd name="connisteX0" fmla="*/ 0 w 1219200"/>
              <a:gd name="connsiteY0" fmla="*/ 609600 h 1219200"/>
              <a:gd name="connisteX1" fmla="*/ 609600 w 1219200"/>
              <a:gd name="connsiteY1" fmla="*/ 0 h 1219200"/>
              <a:gd name="connisteX2" fmla="*/ 609600 w 1219200"/>
              <a:gd name="connsiteY2" fmla="*/ 0 h 1219200"/>
              <a:gd name="connisteX3" fmla="*/ 1219200 w 1219200"/>
              <a:gd name="connsiteY3" fmla="*/ 609600 h 1219200"/>
              <a:gd name="connisteX4" fmla="*/ 1219200 w 1219200"/>
              <a:gd name="connsiteY4" fmla="*/ 609600 h 1219200"/>
              <a:gd name="connisteX5" fmla="*/ 609600 w 1219200"/>
              <a:gd name="connsiteY5" fmla="*/ 1219200 h 1219200"/>
              <a:gd name="connisteX6" fmla="*/ 609600 w 1219200"/>
              <a:gd name="connsiteY6" fmla="*/ 1219200 h 1219200"/>
              <a:gd name="connisteX7" fmla="*/ 0 w 1219200"/>
              <a:gd name="connsiteY7" fmla="*/ 609600 h 1219200"/>
              <a:gd name="connisteX8" fmla="*/ 0 w 1219200"/>
              <a:gd name="connsiteY8" fmla="*/ 609600 h 1219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1219200" h="1219200">
                <a:moveTo>
                  <a:pt x="0" y="609600"/>
                </a:moveTo>
                <a:cubicBezTo>
                  <a:pt x="0" y="272927"/>
                  <a:pt x="272927" y="0"/>
                  <a:pt x="609600" y="0"/>
                </a:cubicBezTo>
                <a:lnTo>
                  <a:pt x="609600" y="0"/>
                </a:lnTo>
                <a:cubicBezTo>
                  <a:pt x="946273" y="0"/>
                  <a:pt x="1219200" y="272927"/>
                  <a:pt x="1219200" y="609600"/>
                </a:cubicBezTo>
                <a:lnTo>
                  <a:pt x="1219200" y="609600"/>
                </a:lnTo>
                <a:cubicBezTo>
                  <a:pt x="1219200" y="946273"/>
                  <a:pt x="946273" y="1219200"/>
                  <a:pt x="609600" y="1219200"/>
                </a:cubicBezTo>
                <a:lnTo>
                  <a:pt x="609600" y="1219200"/>
                </a:lnTo>
                <a:cubicBezTo>
                  <a:pt x="272927" y="1219200"/>
                  <a:pt x="0" y="946273"/>
                  <a:pt x="0" y="609600"/>
                </a:cubicBezTo>
                <a:lnTo>
                  <a:pt x="0" y="6096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13" name="Text Placeholder 12"/>
          <p:cNvSpPr>
            <a:spLocks noGrp="1"/>
          </p:cNvSpPr>
          <p:nvPr>
            <p:ph type="body" idx="16386" hasCustomPrompt="1"/>
            <p:custDataLst>
              <p:tags r:id="rId6"/>
            </p:custDataLst>
          </p:nvPr>
        </p:nvSpPr>
        <p:spPr>
          <a:xfrm>
            <a:off x="2082800" y="1651000"/>
            <a:ext cx="94996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Your item title here</a:t>
            </a:r>
          </a:p>
        </p:txBody>
      </p:sp>
      <p:sp>
        <p:nvSpPr>
          <p:cNvPr id="14" name="Text Placeholder 13"/>
          <p:cNvSpPr>
            <a:spLocks noGrp="1"/>
          </p:cNvSpPr>
          <p:nvPr>
            <p:ph type="body" idx="16387" hasCustomPrompt="1"/>
            <p:custDataLst>
              <p:tags r:id="rId7"/>
            </p:custDataLst>
          </p:nvPr>
        </p:nvSpPr>
        <p:spPr>
          <a:xfrm>
            <a:off x="2082800" y="2159000"/>
            <a:ext cx="9499600" cy="609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Enter title text here</a:t>
            </a:r>
          </a:p>
        </p:txBody>
      </p:sp>
      <p:sp>
        <p:nvSpPr>
          <p:cNvPr id="15" name="Picture Placeholder 14"/>
          <p:cNvSpPr>
            <a:spLocks noGrp="1"/>
          </p:cNvSpPr>
          <p:nvPr>
            <p:ph type="pic" idx="16393" hasCustomPrompt="1"/>
            <p:custDataLst>
              <p:tags r:id="rId8"/>
            </p:custDataLst>
          </p:nvPr>
        </p:nvSpPr>
        <p:spPr>
          <a:xfrm>
            <a:off x="609600" y="3276600"/>
            <a:ext cx="1219200" cy="1219200"/>
          </a:xfrm>
          <a:custGeom>
            <a:avLst/>
            <a:gdLst>
              <a:gd name="connisteX0" fmla="*/ 0 w 1219200"/>
              <a:gd name="connsiteY0" fmla="*/ 609600 h 1219200"/>
              <a:gd name="connisteX1" fmla="*/ 609600 w 1219200"/>
              <a:gd name="connsiteY1" fmla="*/ 0 h 1219200"/>
              <a:gd name="connisteX2" fmla="*/ 609600 w 1219200"/>
              <a:gd name="connsiteY2" fmla="*/ 0 h 1219200"/>
              <a:gd name="connisteX3" fmla="*/ 1219200 w 1219200"/>
              <a:gd name="connsiteY3" fmla="*/ 609600 h 1219200"/>
              <a:gd name="connisteX4" fmla="*/ 1219200 w 1219200"/>
              <a:gd name="connsiteY4" fmla="*/ 609600 h 1219200"/>
              <a:gd name="connisteX5" fmla="*/ 609600 w 1219200"/>
              <a:gd name="connsiteY5" fmla="*/ 1219200 h 1219200"/>
              <a:gd name="connisteX6" fmla="*/ 609600 w 1219200"/>
              <a:gd name="connsiteY6" fmla="*/ 1219200 h 1219200"/>
              <a:gd name="connisteX7" fmla="*/ 0 w 1219200"/>
              <a:gd name="connsiteY7" fmla="*/ 609600 h 1219200"/>
              <a:gd name="connisteX8" fmla="*/ 0 w 1219200"/>
              <a:gd name="connsiteY8" fmla="*/ 609600 h 1219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1219200" h="1219200">
                <a:moveTo>
                  <a:pt x="0" y="609600"/>
                </a:moveTo>
                <a:cubicBezTo>
                  <a:pt x="0" y="272927"/>
                  <a:pt x="272927" y="0"/>
                  <a:pt x="609600" y="0"/>
                </a:cubicBezTo>
                <a:lnTo>
                  <a:pt x="609600" y="0"/>
                </a:lnTo>
                <a:cubicBezTo>
                  <a:pt x="946273" y="0"/>
                  <a:pt x="1219200" y="272927"/>
                  <a:pt x="1219200" y="609600"/>
                </a:cubicBezTo>
                <a:lnTo>
                  <a:pt x="1219200" y="609600"/>
                </a:lnTo>
                <a:cubicBezTo>
                  <a:pt x="1219200" y="946273"/>
                  <a:pt x="946273" y="1219200"/>
                  <a:pt x="609600" y="1219200"/>
                </a:cubicBezTo>
                <a:lnTo>
                  <a:pt x="609600" y="1219200"/>
                </a:lnTo>
                <a:cubicBezTo>
                  <a:pt x="272927" y="1219200"/>
                  <a:pt x="0" y="946273"/>
                  <a:pt x="0" y="609600"/>
                </a:cubicBezTo>
                <a:lnTo>
                  <a:pt x="0" y="6096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16" name="Text Placeholder 15"/>
          <p:cNvSpPr>
            <a:spLocks noGrp="1"/>
          </p:cNvSpPr>
          <p:nvPr>
            <p:ph type="body" idx="16388" hasCustomPrompt="1"/>
            <p:custDataLst>
              <p:tags r:id="rId9"/>
            </p:custDataLst>
          </p:nvPr>
        </p:nvSpPr>
        <p:spPr>
          <a:xfrm>
            <a:off x="2082800" y="3327400"/>
            <a:ext cx="94996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Your item title here</a:t>
            </a:r>
          </a:p>
        </p:txBody>
      </p:sp>
      <p:sp>
        <p:nvSpPr>
          <p:cNvPr id="17" name="Text Placeholder 16"/>
          <p:cNvSpPr>
            <a:spLocks noGrp="1"/>
          </p:cNvSpPr>
          <p:nvPr>
            <p:ph type="body" idx="16389" hasCustomPrompt="1"/>
            <p:custDataLst>
              <p:tags r:id="rId10"/>
            </p:custDataLst>
          </p:nvPr>
        </p:nvSpPr>
        <p:spPr>
          <a:xfrm>
            <a:off x="2082800" y="3835400"/>
            <a:ext cx="9499600" cy="609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Enter title text here</a:t>
            </a:r>
          </a:p>
        </p:txBody>
      </p:sp>
      <p:sp>
        <p:nvSpPr>
          <p:cNvPr id="18" name="Picture Placeholder 17"/>
          <p:cNvSpPr>
            <a:spLocks noGrp="1"/>
          </p:cNvSpPr>
          <p:nvPr>
            <p:ph type="pic" idx="16394" hasCustomPrompt="1"/>
            <p:custDataLst>
              <p:tags r:id="rId11"/>
            </p:custDataLst>
          </p:nvPr>
        </p:nvSpPr>
        <p:spPr>
          <a:xfrm>
            <a:off x="609600" y="4953000"/>
            <a:ext cx="1219200" cy="1219200"/>
          </a:xfrm>
          <a:custGeom>
            <a:avLst/>
            <a:gdLst>
              <a:gd name="connisteX0" fmla="*/ 0 w 1219200"/>
              <a:gd name="connsiteY0" fmla="*/ 609600 h 1219200"/>
              <a:gd name="connisteX1" fmla="*/ 609600 w 1219200"/>
              <a:gd name="connsiteY1" fmla="*/ 0 h 1219200"/>
              <a:gd name="connisteX2" fmla="*/ 609600 w 1219200"/>
              <a:gd name="connsiteY2" fmla="*/ 0 h 1219200"/>
              <a:gd name="connisteX3" fmla="*/ 1219200 w 1219200"/>
              <a:gd name="connsiteY3" fmla="*/ 609600 h 1219200"/>
              <a:gd name="connisteX4" fmla="*/ 1219200 w 1219200"/>
              <a:gd name="connsiteY4" fmla="*/ 609600 h 1219200"/>
              <a:gd name="connisteX5" fmla="*/ 609600 w 1219200"/>
              <a:gd name="connsiteY5" fmla="*/ 1219200 h 1219200"/>
              <a:gd name="connisteX6" fmla="*/ 609600 w 1219200"/>
              <a:gd name="connsiteY6" fmla="*/ 1219200 h 1219200"/>
              <a:gd name="connisteX7" fmla="*/ 0 w 1219200"/>
              <a:gd name="connsiteY7" fmla="*/ 609600 h 1219200"/>
              <a:gd name="connisteX8" fmla="*/ 0 w 1219200"/>
              <a:gd name="connsiteY8" fmla="*/ 609600 h 1219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1219200" h="1219200">
                <a:moveTo>
                  <a:pt x="0" y="609600"/>
                </a:moveTo>
                <a:cubicBezTo>
                  <a:pt x="0" y="272927"/>
                  <a:pt x="272927" y="0"/>
                  <a:pt x="609600" y="0"/>
                </a:cubicBezTo>
                <a:lnTo>
                  <a:pt x="609600" y="0"/>
                </a:lnTo>
                <a:cubicBezTo>
                  <a:pt x="946273" y="0"/>
                  <a:pt x="1219200" y="272927"/>
                  <a:pt x="1219200" y="609600"/>
                </a:cubicBezTo>
                <a:lnTo>
                  <a:pt x="1219200" y="609600"/>
                </a:lnTo>
                <a:cubicBezTo>
                  <a:pt x="1219200" y="946273"/>
                  <a:pt x="946273" y="1219200"/>
                  <a:pt x="609600" y="1219200"/>
                </a:cubicBezTo>
                <a:lnTo>
                  <a:pt x="609600" y="1219200"/>
                </a:lnTo>
                <a:cubicBezTo>
                  <a:pt x="272927" y="1219200"/>
                  <a:pt x="0" y="946273"/>
                  <a:pt x="0" y="609600"/>
                </a:cubicBezTo>
                <a:lnTo>
                  <a:pt x="0" y="6096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19" name="Text Placeholder 18"/>
          <p:cNvSpPr>
            <a:spLocks noGrp="1"/>
          </p:cNvSpPr>
          <p:nvPr>
            <p:ph type="body" idx="16390" hasCustomPrompt="1"/>
            <p:custDataLst>
              <p:tags r:id="rId12"/>
            </p:custDataLst>
          </p:nvPr>
        </p:nvSpPr>
        <p:spPr>
          <a:xfrm>
            <a:off x="2082800" y="5003800"/>
            <a:ext cx="94996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Your item title here</a:t>
            </a:r>
          </a:p>
        </p:txBody>
      </p:sp>
      <p:sp>
        <p:nvSpPr>
          <p:cNvPr id="20" name="Text Placeholder 19"/>
          <p:cNvSpPr>
            <a:spLocks noGrp="1"/>
          </p:cNvSpPr>
          <p:nvPr>
            <p:ph type="body" idx="16391" hasCustomPrompt="1"/>
            <p:custDataLst>
              <p:tags r:id="rId13"/>
            </p:custDataLst>
          </p:nvPr>
        </p:nvSpPr>
        <p:spPr>
          <a:xfrm>
            <a:off x="2082800" y="5511800"/>
            <a:ext cx="9499600" cy="609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Enter title text here</a:t>
            </a:r>
          </a:p>
        </p:txBody>
      </p:sp>
    </p:spTree>
  </p:cSld>
  <p:clrMapOvr>
    <a:overrideClrMapping bg1="dk1" tx1="lt1" bg2="dk2" tx2="lt2" accent1="accent1" accent2="accent2" accent3="accent3" accent4="accent4" accent5="accent5" accent6="accent6" hlink="hlink" folHlink="folHlink"/>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Content_Slide-3_19">
    <p:bg>
      <p:bgRef idx="1001">
        <a:schemeClr val="bg2"/>
      </p:bgRef>
    </p:bg>
    <p:spTree>
      <p:nvGrpSpPr>
        <p:cNvPr id="1" name=""/>
        <p:cNvGrpSpPr/>
        <p:nvPr/>
      </p:nvGrpSpPr>
      <p:grpSpPr>
        <a:xfrm>
          <a:off x="0" y="0"/>
          <a:ext cx="0" cy="0"/>
          <a:chOff x="0" y="0"/>
          <a:chExt cx="0" cy="0"/>
        </a:xfrm>
      </p:grpSpPr>
      <p:sp>
        <p:nvSpPr>
          <p:cNvPr id="8" name="日期占位符 3"/>
          <p:cNvSpPr>
            <a:spLocks noGrp="1"/>
          </p:cNvSpPr>
          <p:nvPr>
            <p:ph type="dt" sz="half" idx="10"/>
            <p:custDataLst>
              <p:tags r:id="rId1"/>
            </p:custDataLst>
          </p:nvPr>
        </p:nvSpPr>
        <p:spPr/>
        <p:txBody>
          <a:bodyPr/>
          <a:lstStyle/>
          <a:p>
            <a:fld id="{760FBDFE-C587-4B4C-A407-44438C67B59E}" type="datetimeFigureOut">
              <a:rPr lang="zh-CN" altLang="en-US" smtClean="0"/>
              <a:t>2026/7/9</a:t>
            </a:fld>
            <a:endParaRPr lang="zh-CN" altLang="en-US"/>
          </a:p>
        </p:txBody>
      </p:sp>
      <p:sp>
        <p:nvSpPr>
          <p:cNvPr id="9" name="页脚占位符 4"/>
          <p:cNvSpPr>
            <a:spLocks noGrp="1"/>
          </p:cNvSpPr>
          <p:nvPr>
            <p:ph type="ftr" sz="quarter" idx="11"/>
            <p:custDataLst>
              <p:tags r:id="rId2"/>
            </p:custDataLst>
          </p:nvPr>
        </p:nvSpPr>
        <p:spPr/>
        <p:txBody>
          <a:bodyPr/>
          <a:lstStyle/>
          <a:p>
            <a:endParaRPr lang="zh-CN" altLang="en-US"/>
          </a:p>
        </p:txBody>
      </p:sp>
      <p:sp>
        <p:nvSpPr>
          <p:cNvPr id="10" name="灯片编号占位符 5"/>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11" name="Title 10"/>
          <p:cNvSpPr>
            <a:spLocks noGrp="1"/>
          </p:cNvSpPr>
          <p:nvPr>
            <p:ph type="ctrTitle" idx="16385" hasCustomPrompt="1"/>
            <p:custDataLst>
              <p:tags r:id="rId4"/>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pPr lvl="0"/>
            <a:r>
              <a:t>Your slide title here</a:t>
            </a:r>
          </a:p>
        </p:txBody>
      </p:sp>
      <p:sp>
        <p:nvSpPr>
          <p:cNvPr id="12" name="装饰  1"/>
          <p:cNvSpPr>
            <a:spLocks noGrp="1"/>
          </p:cNvSpPr>
          <p:nvPr>
            <p:ph type="body" idx="16393" hasCustomPrompt="1"/>
            <p:custDataLst>
              <p:tags r:id="rId5"/>
            </p:custDataLst>
          </p:nvPr>
        </p:nvSpPr>
        <p:spPr>
          <a:xfrm>
            <a:off x="609600" y="1701800"/>
            <a:ext cx="914400" cy="914400"/>
          </a:xfrm>
          <a:custGeom>
            <a:avLst/>
            <a:gdLst>
              <a:gd name="connisteX0" fmla="*/ 0 w 914400"/>
              <a:gd name="connsiteY0" fmla="*/ 457200 h 914400"/>
              <a:gd name="connisteX1" fmla="*/ 457200 w 914400"/>
              <a:gd name="connsiteY1" fmla="*/ 0 h 914400"/>
              <a:gd name="connisteX2" fmla="*/ 457200 w 914400"/>
              <a:gd name="connsiteY2" fmla="*/ 0 h 914400"/>
              <a:gd name="connisteX3" fmla="*/ 914400 w 914400"/>
              <a:gd name="connsiteY3" fmla="*/ 457200 h 914400"/>
              <a:gd name="connisteX4" fmla="*/ 914400 w 914400"/>
              <a:gd name="connsiteY4" fmla="*/ 457200 h 914400"/>
              <a:gd name="connisteX5" fmla="*/ 457200 w 914400"/>
              <a:gd name="connsiteY5" fmla="*/ 914400 h 914400"/>
              <a:gd name="connisteX6" fmla="*/ 457200 w 914400"/>
              <a:gd name="connsiteY6" fmla="*/ 914400 h 914400"/>
              <a:gd name="connisteX7" fmla="*/ 0 w 914400"/>
              <a:gd name="connsiteY7" fmla="*/ 457200 h 914400"/>
              <a:gd name="connisteX8" fmla="*/ 0 w 914400"/>
              <a:gd name="connsiteY8" fmla="*/ 457200 h 91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914400" h="914400">
                <a:moveTo>
                  <a:pt x="0" y="457200"/>
                </a:moveTo>
                <a:cubicBezTo>
                  <a:pt x="0" y="204695"/>
                  <a:pt x="204695" y="0"/>
                  <a:pt x="457200" y="0"/>
                </a:cubicBezTo>
                <a:lnTo>
                  <a:pt x="457200" y="0"/>
                </a:lnTo>
                <a:cubicBezTo>
                  <a:pt x="709705" y="0"/>
                  <a:pt x="914400" y="204695"/>
                  <a:pt x="914400" y="457200"/>
                </a:cubicBezTo>
                <a:lnTo>
                  <a:pt x="914400" y="457200"/>
                </a:lnTo>
                <a:cubicBezTo>
                  <a:pt x="914400" y="709705"/>
                  <a:pt x="709705" y="914400"/>
                  <a:pt x="457200" y="914400"/>
                </a:cubicBezTo>
                <a:lnTo>
                  <a:pt x="457200" y="914400"/>
                </a:lnTo>
                <a:cubicBezTo>
                  <a:pt x="204695" y="914400"/>
                  <a:pt x="0" y="709705"/>
                  <a:pt x="0" y="457200"/>
                </a:cubicBezTo>
                <a:lnTo>
                  <a:pt x="0" y="457200"/>
                </a:lnTo>
                <a:close/>
              </a:path>
            </a:pathLst>
          </a:custGeom>
          <a:solidFill>
            <a:schemeClr val="accent1"/>
          </a:solidFill>
          <a:ln>
            <a:solidFill>
              <a:prstClr val="black">
                <a:alpha val="0"/>
              </a:prstClr>
            </a:solidFill>
            <a:prstDash val="solid"/>
          </a:ln>
        </p:spPr>
        <p:txBody>
          <a:bodyPr>
            <a:noAutofit/>
          </a:bodyPr>
          <a:lstStyle>
            <a:lvl1pPr marL="0" indent="0">
              <a:buNone/>
              <a:defRPr/>
            </a:lvl1pPr>
            <a:lvl2pPr>
              <a:buNone/>
              <a:defRPr/>
            </a:lvl2pPr>
            <a:lvl3pPr>
              <a:buNone/>
              <a:defRPr/>
            </a:lvl3pPr>
            <a:lvl4pPr>
              <a:buNone/>
              <a:defRPr/>
            </a:lvl4pPr>
            <a:lvl5pPr>
              <a:buNone/>
              <a:defRPr/>
            </a:lvl5pPr>
          </a:lstStyle>
          <a:p>
            <a:pPr lvl="0"/>
            <a:r>
              <a:rPr lang="zh-CN" altLang="en-US"/>
              <a:t> </a:t>
            </a:r>
          </a:p>
        </p:txBody>
      </p:sp>
      <p:sp>
        <p:nvSpPr>
          <p:cNvPr id="13" name="Picture Placeholder 12"/>
          <p:cNvSpPr>
            <a:spLocks noGrp="1"/>
          </p:cNvSpPr>
          <p:nvPr>
            <p:ph type="pic" idx="16392" hasCustomPrompt="1"/>
            <p:custDataLst>
              <p:tags r:id="rId6"/>
            </p:custDataLst>
          </p:nvPr>
        </p:nvSpPr>
        <p:spPr>
          <a:xfrm>
            <a:off x="822960" y="1915160"/>
            <a:ext cx="487680" cy="487680"/>
          </a:xfrm>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14" name="Text Placeholder 13"/>
          <p:cNvSpPr>
            <a:spLocks noGrp="1"/>
          </p:cNvSpPr>
          <p:nvPr>
            <p:ph type="body" idx="16386" hasCustomPrompt="1"/>
            <p:custDataLst>
              <p:tags r:id="rId7"/>
            </p:custDataLst>
          </p:nvPr>
        </p:nvSpPr>
        <p:spPr>
          <a:xfrm>
            <a:off x="1778000" y="1600200"/>
            <a:ext cx="98044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Your item title here</a:t>
            </a:r>
          </a:p>
        </p:txBody>
      </p:sp>
      <p:sp>
        <p:nvSpPr>
          <p:cNvPr id="15" name="Text Placeholder 14"/>
          <p:cNvSpPr>
            <a:spLocks noGrp="1"/>
          </p:cNvSpPr>
          <p:nvPr>
            <p:ph type="body" idx="16387" hasCustomPrompt="1"/>
            <p:custDataLst>
              <p:tags r:id="rId8"/>
            </p:custDataLst>
          </p:nvPr>
        </p:nvSpPr>
        <p:spPr>
          <a:xfrm>
            <a:off x="1778000" y="2108200"/>
            <a:ext cx="9804400" cy="609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Enter title text here</a:t>
            </a:r>
          </a:p>
        </p:txBody>
      </p:sp>
      <p:sp>
        <p:nvSpPr>
          <p:cNvPr id="16" name="装饰  5"/>
          <p:cNvSpPr>
            <a:spLocks noGrp="1"/>
          </p:cNvSpPr>
          <p:nvPr>
            <p:ph type="body" idx="16395" hasCustomPrompt="1"/>
            <p:custDataLst>
              <p:tags r:id="rId9"/>
            </p:custDataLst>
          </p:nvPr>
        </p:nvSpPr>
        <p:spPr>
          <a:xfrm>
            <a:off x="609600" y="3429000"/>
            <a:ext cx="914400" cy="914400"/>
          </a:xfrm>
          <a:custGeom>
            <a:avLst/>
            <a:gdLst>
              <a:gd name="connisteX0" fmla="*/ 0 w 914400"/>
              <a:gd name="connsiteY0" fmla="*/ 457200 h 914400"/>
              <a:gd name="connisteX1" fmla="*/ 457200 w 914400"/>
              <a:gd name="connsiteY1" fmla="*/ 0 h 914400"/>
              <a:gd name="connisteX2" fmla="*/ 457200 w 914400"/>
              <a:gd name="connsiteY2" fmla="*/ 0 h 914400"/>
              <a:gd name="connisteX3" fmla="*/ 914400 w 914400"/>
              <a:gd name="connsiteY3" fmla="*/ 457200 h 914400"/>
              <a:gd name="connisteX4" fmla="*/ 914400 w 914400"/>
              <a:gd name="connsiteY4" fmla="*/ 457200 h 914400"/>
              <a:gd name="connisteX5" fmla="*/ 457200 w 914400"/>
              <a:gd name="connsiteY5" fmla="*/ 914400 h 914400"/>
              <a:gd name="connisteX6" fmla="*/ 457200 w 914400"/>
              <a:gd name="connsiteY6" fmla="*/ 914400 h 914400"/>
              <a:gd name="connisteX7" fmla="*/ 0 w 914400"/>
              <a:gd name="connsiteY7" fmla="*/ 457200 h 914400"/>
              <a:gd name="connisteX8" fmla="*/ 0 w 914400"/>
              <a:gd name="connsiteY8" fmla="*/ 457200 h 91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914400" h="914400">
                <a:moveTo>
                  <a:pt x="0" y="457200"/>
                </a:moveTo>
                <a:cubicBezTo>
                  <a:pt x="0" y="204695"/>
                  <a:pt x="204695" y="0"/>
                  <a:pt x="457200" y="0"/>
                </a:cubicBezTo>
                <a:lnTo>
                  <a:pt x="457200" y="0"/>
                </a:lnTo>
                <a:cubicBezTo>
                  <a:pt x="709705" y="0"/>
                  <a:pt x="914400" y="204695"/>
                  <a:pt x="914400" y="457200"/>
                </a:cubicBezTo>
                <a:lnTo>
                  <a:pt x="914400" y="457200"/>
                </a:lnTo>
                <a:cubicBezTo>
                  <a:pt x="914400" y="709705"/>
                  <a:pt x="709705" y="914400"/>
                  <a:pt x="457200" y="914400"/>
                </a:cubicBezTo>
                <a:lnTo>
                  <a:pt x="457200" y="914400"/>
                </a:lnTo>
                <a:cubicBezTo>
                  <a:pt x="204695" y="914400"/>
                  <a:pt x="0" y="709705"/>
                  <a:pt x="0" y="457200"/>
                </a:cubicBezTo>
                <a:lnTo>
                  <a:pt x="0" y="457200"/>
                </a:lnTo>
                <a:close/>
              </a:path>
            </a:pathLst>
          </a:custGeom>
          <a:solidFill>
            <a:schemeClr val="accent1"/>
          </a:solidFill>
          <a:ln>
            <a:solidFill>
              <a:prstClr val="black">
                <a:alpha val="0"/>
              </a:prstClr>
            </a:solidFill>
            <a:prstDash val="solid"/>
          </a:ln>
        </p:spPr>
        <p:txBody>
          <a:bodyPr>
            <a:noAutofit/>
          </a:bodyPr>
          <a:lstStyle>
            <a:lvl1pPr marL="0" indent="0">
              <a:buNone/>
              <a:defRPr/>
            </a:lvl1pPr>
            <a:lvl2pPr>
              <a:buNone/>
              <a:defRPr/>
            </a:lvl2pPr>
            <a:lvl3pPr>
              <a:buNone/>
              <a:defRPr/>
            </a:lvl3pPr>
            <a:lvl4pPr>
              <a:buNone/>
              <a:defRPr/>
            </a:lvl4pPr>
            <a:lvl5pPr>
              <a:buNone/>
              <a:defRPr/>
            </a:lvl5pPr>
          </a:lstStyle>
          <a:p>
            <a:pPr lvl="0"/>
            <a:r>
              <a:rPr lang="zh-CN" altLang="en-US"/>
              <a:t> </a:t>
            </a:r>
          </a:p>
        </p:txBody>
      </p:sp>
      <p:sp>
        <p:nvSpPr>
          <p:cNvPr id="17" name="Picture Placeholder 16"/>
          <p:cNvSpPr>
            <a:spLocks noGrp="1"/>
          </p:cNvSpPr>
          <p:nvPr>
            <p:ph type="pic" idx="16394" hasCustomPrompt="1"/>
            <p:custDataLst>
              <p:tags r:id="rId10"/>
            </p:custDataLst>
          </p:nvPr>
        </p:nvSpPr>
        <p:spPr>
          <a:xfrm>
            <a:off x="822960" y="3642360"/>
            <a:ext cx="487680" cy="487680"/>
          </a:xfrm>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18" name="Text Placeholder 17"/>
          <p:cNvSpPr>
            <a:spLocks noGrp="1"/>
          </p:cNvSpPr>
          <p:nvPr>
            <p:ph type="body" idx="16388" hasCustomPrompt="1"/>
            <p:custDataLst>
              <p:tags r:id="rId11"/>
            </p:custDataLst>
          </p:nvPr>
        </p:nvSpPr>
        <p:spPr>
          <a:xfrm>
            <a:off x="1778000" y="3327400"/>
            <a:ext cx="98044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Your item title here</a:t>
            </a:r>
          </a:p>
        </p:txBody>
      </p:sp>
      <p:sp>
        <p:nvSpPr>
          <p:cNvPr id="19" name="Text Placeholder 18"/>
          <p:cNvSpPr>
            <a:spLocks noGrp="1"/>
          </p:cNvSpPr>
          <p:nvPr>
            <p:ph type="body" idx="16389" hasCustomPrompt="1"/>
            <p:custDataLst>
              <p:tags r:id="rId12"/>
            </p:custDataLst>
          </p:nvPr>
        </p:nvSpPr>
        <p:spPr>
          <a:xfrm>
            <a:off x="1778000" y="3835400"/>
            <a:ext cx="9804400" cy="609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Enter title text here</a:t>
            </a:r>
          </a:p>
        </p:txBody>
      </p:sp>
      <p:sp>
        <p:nvSpPr>
          <p:cNvPr id="20" name="装饰  9"/>
          <p:cNvSpPr>
            <a:spLocks noGrp="1"/>
          </p:cNvSpPr>
          <p:nvPr>
            <p:ph type="body" idx="16397" hasCustomPrompt="1"/>
            <p:custDataLst>
              <p:tags r:id="rId13"/>
            </p:custDataLst>
          </p:nvPr>
        </p:nvSpPr>
        <p:spPr>
          <a:xfrm>
            <a:off x="609600" y="5156200"/>
            <a:ext cx="914400" cy="914400"/>
          </a:xfrm>
          <a:custGeom>
            <a:avLst/>
            <a:gdLst>
              <a:gd name="connisteX0" fmla="*/ 0 w 914400"/>
              <a:gd name="connsiteY0" fmla="*/ 457200 h 914400"/>
              <a:gd name="connisteX1" fmla="*/ 457200 w 914400"/>
              <a:gd name="connsiteY1" fmla="*/ 0 h 914400"/>
              <a:gd name="connisteX2" fmla="*/ 457200 w 914400"/>
              <a:gd name="connsiteY2" fmla="*/ 0 h 914400"/>
              <a:gd name="connisteX3" fmla="*/ 914400 w 914400"/>
              <a:gd name="connsiteY3" fmla="*/ 457200 h 914400"/>
              <a:gd name="connisteX4" fmla="*/ 914400 w 914400"/>
              <a:gd name="connsiteY4" fmla="*/ 457200 h 914400"/>
              <a:gd name="connisteX5" fmla="*/ 457200 w 914400"/>
              <a:gd name="connsiteY5" fmla="*/ 914400 h 914400"/>
              <a:gd name="connisteX6" fmla="*/ 457200 w 914400"/>
              <a:gd name="connsiteY6" fmla="*/ 914400 h 914400"/>
              <a:gd name="connisteX7" fmla="*/ 0 w 914400"/>
              <a:gd name="connsiteY7" fmla="*/ 457200 h 914400"/>
              <a:gd name="connisteX8" fmla="*/ 0 w 914400"/>
              <a:gd name="connsiteY8" fmla="*/ 457200 h 91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914400" h="914400">
                <a:moveTo>
                  <a:pt x="0" y="457200"/>
                </a:moveTo>
                <a:cubicBezTo>
                  <a:pt x="0" y="204695"/>
                  <a:pt x="204695" y="0"/>
                  <a:pt x="457200" y="0"/>
                </a:cubicBezTo>
                <a:lnTo>
                  <a:pt x="457200" y="0"/>
                </a:lnTo>
                <a:cubicBezTo>
                  <a:pt x="709705" y="0"/>
                  <a:pt x="914400" y="204695"/>
                  <a:pt x="914400" y="457200"/>
                </a:cubicBezTo>
                <a:lnTo>
                  <a:pt x="914400" y="457200"/>
                </a:lnTo>
                <a:cubicBezTo>
                  <a:pt x="914400" y="709705"/>
                  <a:pt x="709705" y="914400"/>
                  <a:pt x="457200" y="914400"/>
                </a:cubicBezTo>
                <a:lnTo>
                  <a:pt x="457200" y="914400"/>
                </a:lnTo>
                <a:cubicBezTo>
                  <a:pt x="204695" y="914400"/>
                  <a:pt x="0" y="709705"/>
                  <a:pt x="0" y="457200"/>
                </a:cubicBezTo>
                <a:lnTo>
                  <a:pt x="0" y="457200"/>
                </a:lnTo>
                <a:close/>
              </a:path>
            </a:pathLst>
          </a:custGeom>
          <a:solidFill>
            <a:schemeClr val="accent1"/>
          </a:solidFill>
          <a:ln>
            <a:solidFill>
              <a:prstClr val="black">
                <a:alpha val="0"/>
              </a:prstClr>
            </a:solidFill>
            <a:prstDash val="solid"/>
          </a:ln>
        </p:spPr>
        <p:txBody>
          <a:bodyPr>
            <a:noAutofit/>
          </a:bodyPr>
          <a:lstStyle>
            <a:lvl1pPr marL="0" indent="0">
              <a:buNone/>
              <a:defRPr/>
            </a:lvl1pPr>
            <a:lvl2pPr>
              <a:buNone/>
              <a:defRPr/>
            </a:lvl2pPr>
            <a:lvl3pPr>
              <a:buNone/>
              <a:defRPr/>
            </a:lvl3pPr>
            <a:lvl4pPr>
              <a:buNone/>
              <a:defRPr/>
            </a:lvl4pPr>
            <a:lvl5pPr>
              <a:buNone/>
              <a:defRPr/>
            </a:lvl5pPr>
          </a:lstStyle>
          <a:p>
            <a:pPr lvl="0"/>
            <a:r>
              <a:rPr lang="zh-CN" altLang="en-US"/>
              <a:t> </a:t>
            </a:r>
          </a:p>
        </p:txBody>
      </p:sp>
      <p:sp>
        <p:nvSpPr>
          <p:cNvPr id="21" name="Picture Placeholder 20"/>
          <p:cNvSpPr>
            <a:spLocks noGrp="1"/>
          </p:cNvSpPr>
          <p:nvPr>
            <p:ph type="pic" idx="16396" hasCustomPrompt="1"/>
            <p:custDataLst>
              <p:tags r:id="rId14"/>
            </p:custDataLst>
          </p:nvPr>
        </p:nvSpPr>
        <p:spPr>
          <a:xfrm>
            <a:off x="822960" y="5369560"/>
            <a:ext cx="487680" cy="487680"/>
          </a:xfrm>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22" name="Text Placeholder 21"/>
          <p:cNvSpPr>
            <a:spLocks noGrp="1"/>
          </p:cNvSpPr>
          <p:nvPr>
            <p:ph type="body" idx="16390" hasCustomPrompt="1"/>
            <p:custDataLst>
              <p:tags r:id="rId15"/>
            </p:custDataLst>
          </p:nvPr>
        </p:nvSpPr>
        <p:spPr>
          <a:xfrm>
            <a:off x="1778000" y="5054600"/>
            <a:ext cx="98044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Your item title here</a:t>
            </a:r>
          </a:p>
        </p:txBody>
      </p:sp>
      <p:sp>
        <p:nvSpPr>
          <p:cNvPr id="23" name="Text Placeholder 22"/>
          <p:cNvSpPr>
            <a:spLocks noGrp="1"/>
          </p:cNvSpPr>
          <p:nvPr>
            <p:ph type="body" idx="16391" hasCustomPrompt="1"/>
            <p:custDataLst>
              <p:tags r:id="rId16"/>
            </p:custDataLst>
          </p:nvPr>
        </p:nvSpPr>
        <p:spPr>
          <a:xfrm>
            <a:off x="1778000" y="5562600"/>
            <a:ext cx="9804400" cy="609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Enter title text here</a:t>
            </a:r>
          </a:p>
        </p:txBody>
      </p:sp>
    </p:spTree>
  </p:cSld>
  <p:clrMapOvr>
    <a:overrideClrMapping bg1="dk1" tx1="lt1" bg2="dk2" tx2="lt2" accent1="accent1" accent2="accent2" accent3="accent3" accent4="accent4" accent5="accent5" accent6="accent6" hlink="hlink" folHlink="folHlink"/>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Content_Slide-10012_15">
    <p:bg>
      <p:bgRef idx="1001">
        <a:schemeClr val="bg2"/>
      </p:bgRef>
    </p:bg>
    <p:spTree>
      <p:nvGrpSpPr>
        <p:cNvPr id="1" name=""/>
        <p:cNvGrpSpPr/>
        <p:nvPr/>
      </p:nvGrpSpPr>
      <p:grpSpPr>
        <a:xfrm>
          <a:off x="0" y="0"/>
          <a:ext cx="0" cy="0"/>
          <a:chOff x="0" y="0"/>
          <a:chExt cx="0" cy="0"/>
        </a:xfrm>
      </p:grpSpPr>
      <p:sp>
        <p:nvSpPr>
          <p:cNvPr id="8" name="日期占位符 3"/>
          <p:cNvSpPr>
            <a:spLocks noGrp="1"/>
          </p:cNvSpPr>
          <p:nvPr>
            <p:ph type="dt" sz="half" idx="10"/>
            <p:custDataLst>
              <p:tags r:id="rId1"/>
            </p:custDataLst>
          </p:nvPr>
        </p:nvSpPr>
        <p:spPr/>
        <p:txBody>
          <a:bodyPr/>
          <a:lstStyle/>
          <a:p>
            <a:fld id="{760FBDFE-C587-4B4C-A407-44438C67B59E}" type="datetimeFigureOut">
              <a:rPr lang="zh-CN" altLang="en-US" smtClean="0"/>
              <a:t>2026/7/9</a:t>
            </a:fld>
            <a:endParaRPr lang="zh-CN" altLang="en-US"/>
          </a:p>
        </p:txBody>
      </p:sp>
      <p:sp>
        <p:nvSpPr>
          <p:cNvPr id="9" name="页脚占位符 4"/>
          <p:cNvSpPr>
            <a:spLocks noGrp="1"/>
          </p:cNvSpPr>
          <p:nvPr>
            <p:ph type="ftr" sz="quarter" idx="11"/>
            <p:custDataLst>
              <p:tags r:id="rId2"/>
            </p:custDataLst>
          </p:nvPr>
        </p:nvSpPr>
        <p:spPr/>
        <p:txBody>
          <a:bodyPr/>
          <a:lstStyle/>
          <a:p>
            <a:endParaRPr lang="zh-CN" altLang="en-US"/>
          </a:p>
        </p:txBody>
      </p:sp>
      <p:sp>
        <p:nvSpPr>
          <p:cNvPr id="10" name="灯片编号占位符 5"/>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11" name="Title 10"/>
          <p:cNvSpPr>
            <a:spLocks noGrp="1"/>
          </p:cNvSpPr>
          <p:nvPr>
            <p:ph type="ctrTitle" idx="16385" hasCustomPrompt="1"/>
            <p:custDataLst>
              <p:tags r:id="rId4"/>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pPr lvl="0"/>
            <a:r>
              <a:t>Your slide title here</a:t>
            </a:r>
          </a:p>
        </p:txBody>
      </p:sp>
      <p:sp>
        <p:nvSpPr>
          <p:cNvPr id="12" name="Content Placeholder 11"/>
          <p:cNvSpPr>
            <a:spLocks noGrp="1"/>
          </p:cNvSpPr>
          <p:nvPr>
            <p:ph idx="16392" hasCustomPrompt="1"/>
            <p:custDataLst>
              <p:tags r:id="rId5"/>
            </p:custDataLst>
          </p:nvPr>
        </p:nvSpPr>
        <p:spPr>
          <a:xfrm>
            <a:off x="609600" y="1524000"/>
            <a:ext cx="5486400" cy="4724400"/>
          </a:xfrm>
          <a:custGeom>
            <a:avLst/>
            <a:gdLst>
              <a:gd name="connisteX0" fmla="*/ 0 w 5486400"/>
              <a:gd name="connsiteY0" fmla="*/ 203200 h 4724400"/>
              <a:gd name="connisteX1" fmla="*/ 203200 w 5486400"/>
              <a:gd name="connsiteY1" fmla="*/ 0 h 4724400"/>
              <a:gd name="connisteX2" fmla="*/ 5283200 w 5486400"/>
              <a:gd name="connsiteY2" fmla="*/ 0 h 4724400"/>
              <a:gd name="connisteX3" fmla="*/ 5486400 w 5486400"/>
              <a:gd name="connsiteY3" fmla="*/ 203200 h 4724400"/>
              <a:gd name="connisteX4" fmla="*/ 5486400 w 5486400"/>
              <a:gd name="connsiteY4" fmla="*/ 4521200 h 4724400"/>
              <a:gd name="connisteX5" fmla="*/ 5283200 w 5486400"/>
              <a:gd name="connsiteY5" fmla="*/ 4724400 h 4724400"/>
              <a:gd name="connisteX6" fmla="*/ 203200 w 5486400"/>
              <a:gd name="connsiteY6" fmla="*/ 4724400 h 4724400"/>
              <a:gd name="connisteX7" fmla="*/ 0 w 5486400"/>
              <a:gd name="connsiteY7" fmla="*/ 4521200 h 4724400"/>
              <a:gd name="connisteX8" fmla="*/ 0 w 5486400"/>
              <a:gd name="connsiteY8" fmla="*/ 203200 h 472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5486400" h="4724400">
                <a:moveTo>
                  <a:pt x="0" y="203200"/>
                </a:moveTo>
                <a:cubicBezTo>
                  <a:pt x="0" y="90976"/>
                  <a:pt x="90976" y="0"/>
                  <a:pt x="203200" y="0"/>
                </a:cubicBezTo>
                <a:lnTo>
                  <a:pt x="5283200" y="0"/>
                </a:lnTo>
                <a:cubicBezTo>
                  <a:pt x="5395424" y="0"/>
                  <a:pt x="5486400" y="90976"/>
                  <a:pt x="5486400" y="203200"/>
                </a:cubicBezTo>
                <a:lnTo>
                  <a:pt x="5486400" y="4521200"/>
                </a:lnTo>
                <a:cubicBezTo>
                  <a:pt x="5486400" y="4633424"/>
                  <a:pt x="5395424" y="4724400"/>
                  <a:pt x="5283200" y="4724400"/>
                </a:cubicBezTo>
                <a:lnTo>
                  <a:pt x="203200" y="4724400"/>
                </a:lnTo>
                <a:cubicBezTo>
                  <a:pt x="90976" y="4724400"/>
                  <a:pt x="0" y="4633424"/>
                  <a:pt x="0" y="4521200"/>
                </a:cubicBezTo>
                <a:lnTo>
                  <a:pt x="0" y="203200"/>
                </a:lnTo>
                <a:close/>
              </a:path>
            </a:pathLst>
          </a:custGeom>
          <a:solidFill>
            <a:srgbClr val="DDDDDD"/>
          </a:solidFill>
          <a:ln>
            <a:noFill/>
          </a:ln>
        </p:spPr>
        <p:txBody>
          <a:bodyPr>
            <a:normAutofit/>
          </a:bodyPr>
          <a:lstStyle>
            <a:lvl1pPr>
              <a:buNone/>
              <a:defRPr/>
            </a:lvl1pPr>
            <a:lvl2pPr>
              <a:buNone/>
              <a:defRPr/>
            </a:lvl2pPr>
            <a:lvl3pPr>
              <a:buNone/>
              <a:defRPr/>
            </a:lvl3pPr>
            <a:lvl4pPr>
              <a:buNone/>
              <a:defRPr/>
            </a:lvl4pPr>
            <a:lvl5pPr marL="0" indent="0">
              <a:buNone/>
              <a:defRPr/>
            </a:lvl5pPr>
          </a:lstStyle>
          <a:p>
            <a:pPr lvl="4"/>
            <a:r>
              <a:rPr lang="zh-CN" altLang="en-US"/>
              <a:t> </a:t>
            </a:r>
          </a:p>
        </p:txBody>
      </p:sp>
      <p:sp>
        <p:nvSpPr>
          <p:cNvPr id="13" name="Text Placeholder 12"/>
          <p:cNvSpPr>
            <a:spLocks noGrp="1"/>
          </p:cNvSpPr>
          <p:nvPr>
            <p:ph type="body" idx="16386" hasCustomPrompt="1"/>
            <p:custDataLst>
              <p:tags r:id="rId6"/>
            </p:custDataLst>
          </p:nvPr>
        </p:nvSpPr>
        <p:spPr>
          <a:xfrm>
            <a:off x="6553200" y="1524000"/>
            <a:ext cx="5029200" cy="406400"/>
          </a:xfrm>
          <a:noFill/>
        </p:spPr>
        <p:txBody>
          <a:bodyPr lIns="0" tIns="0" rIns="0" bIns="0" anchor="t">
            <a:normAutofit/>
          </a:bodyPr>
          <a:lstStyle>
            <a:lvl1pPr marL="0" indent="0" algn="l">
              <a:lnSpc>
                <a:spcPct val="111000"/>
              </a:lnSpc>
              <a:buNone/>
              <a:defRPr sz="2400" b="0" spc="0">
                <a:solidFill>
                  <a:schemeClr val="tx1"/>
                </a:solidFill>
              </a:defRPr>
            </a:lvl1pPr>
            <a:lvl5pPr marL="0" indent="0" algn="l">
              <a:lnSpc>
                <a:spcPct val="111000"/>
              </a:lnSpc>
              <a:spcBef>
                <a:spcPct val="0"/>
              </a:spcBef>
              <a:spcAft>
                <a:spcPct val="0"/>
              </a:spcAft>
              <a:buNone/>
              <a:defRPr/>
            </a:lvl5pPr>
          </a:lstStyle>
          <a:p>
            <a:pPr lvl="0"/>
            <a:r>
              <a:rPr lang="zh-CN" altLang="en-US"/>
              <a:t>Item title</a:t>
            </a:r>
          </a:p>
        </p:txBody>
      </p:sp>
      <p:sp>
        <p:nvSpPr>
          <p:cNvPr id="14" name="Text Placeholder 13"/>
          <p:cNvSpPr>
            <a:spLocks noGrp="1"/>
          </p:cNvSpPr>
          <p:nvPr>
            <p:ph type="body" idx="16387" hasCustomPrompt="1"/>
            <p:custDataLst>
              <p:tags r:id="rId7"/>
            </p:custDataLst>
          </p:nvPr>
        </p:nvSpPr>
        <p:spPr>
          <a:xfrm>
            <a:off x="6553200" y="2082800"/>
            <a:ext cx="5029200" cy="914400"/>
          </a:xfrm>
          <a:noFill/>
        </p:spPr>
        <p:txBody>
          <a:bodyPr lIns="0" tIns="0" rIns="0" bIns="0" anchor="t">
            <a:normAutofit/>
          </a:bodyPr>
          <a:lstStyle>
            <a:lvl1pPr marL="0" indent="0" algn="l">
              <a:lnSpc>
                <a:spcPct val="125000"/>
              </a:lnSpc>
              <a:buNone/>
              <a:defRPr sz="1600" b="0" spc="0">
                <a:solidFill>
                  <a:schemeClr val="tx1"/>
                </a:solidFill>
              </a:defRPr>
            </a:lvl1pPr>
            <a:lvl5pPr marL="0" indent="0" algn="l">
              <a:lnSpc>
                <a:spcPct val="125000"/>
              </a:lnSpc>
              <a:spcBef>
                <a:spcPct val="0"/>
              </a:spcBef>
              <a:spcAft>
                <a:spcPct val="0"/>
              </a:spcAft>
              <a:buNone/>
              <a:defRPr/>
            </a:lvl5pPr>
          </a:lstStyle>
          <a:p>
            <a:pPr lvl="0"/>
            <a:r>
              <a:rPr lang="zh-CN" altLang="en-US"/>
              <a:t>Enter title text here</a:t>
            </a:r>
          </a:p>
        </p:txBody>
      </p:sp>
      <p:sp>
        <p:nvSpPr>
          <p:cNvPr id="15" name="Text Placeholder 14"/>
          <p:cNvSpPr>
            <a:spLocks noGrp="1"/>
          </p:cNvSpPr>
          <p:nvPr>
            <p:ph type="body" idx="16388" hasCustomPrompt="1"/>
            <p:custDataLst>
              <p:tags r:id="rId8"/>
            </p:custDataLst>
          </p:nvPr>
        </p:nvSpPr>
        <p:spPr>
          <a:xfrm>
            <a:off x="6553200" y="3149600"/>
            <a:ext cx="5029200" cy="406400"/>
          </a:xfrm>
          <a:noFill/>
        </p:spPr>
        <p:txBody>
          <a:bodyPr lIns="0" tIns="0" rIns="0" bIns="0" anchor="t">
            <a:normAutofit/>
          </a:bodyPr>
          <a:lstStyle>
            <a:lvl1pPr marL="0" indent="0" algn="l">
              <a:lnSpc>
                <a:spcPct val="111000"/>
              </a:lnSpc>
              <a:buNone/>
              <a:defRPr sz="2400" b="0" spc="0">
                <a:solidFill>
                  <a:schemeClr val="tx1"/>
                </a:solidFill>
              </a:defRPr>
            </a:lvl1pPr>
            <a:lvl5pPr marL="0" indent="0" algn="l">
              <a:lnSpc>
                <a:spcPct val="111000"/>
              </a:lnSpc>
              <a:spcBef>
                <a:spcPct val="0"/>
              </a:spcBef>
              <a:spcAft>
                <a:spcPct val="0"/>
              </a:spcAft>
              <a:buNone/>
              <a:defRPr/>
            </a:lvl5pPr>
          </a:lstStyle>
          <a:p>
            <a:pPr lvl="0"/>
            <a:r>
              <a:rPr lang="zh-CN" altLang="en-US"/>
              <a:t>Item title</a:t>
            </a:r>
          </a:p>
        </p:txBody>
      </p:sp>
      <p:sp>
        <p:nvSpPr>
          <p:cNvPr id="16" name="Text Placeholder 15"/>
          <p:cNvSpPr>
            <a:spLocks noGrp="1"/>
          </p:cNvSpPr>
          <p:nvPr>
            <p:ph type="body" idx="16389" hasCustomPrompt="1"/>
            <p:custDataLst>
              <p:tags r:id="rId9"/>
            </p:custDataLst>
          </p:nvPr>
        </p:nvSpPr>
        <p:spPr>
          <a:xfrm>
            <a:off x="6553200" y="3708400"/>
            <a:ext cx="5029200" cy="914400"/>
          </a:xfrm>
          <a:noFill/>
        </p:spPr>
        <p:txBody>
          <a:bodyPr lIns="0" tIns="0" rIns="0" bIns="0" anchor="t">
            <a:normAutofit/>
          </a:bodyPr>
          <a:lstStyle>
            <a:lvl1pPr marL="0" indent="0" algn="l">
              <a:lnSpc>
                <a:spcPct val="125000"/>
              </a:lnSpc>
              <a:buNone/>
              <a:defRPr sz="1600" b="0" spc="0">
                <a:solidFill>
                  <a:schemeClr val="tx1"/>
                </a:solidFill>
              </a:defRPr>
            </a:lvl1pPr>
            <a:lvl5pPr marL="0" indent="0" algn="l">
              <a:lnSpc>
                <a:spcPct val="125000"/>
              </a:lnSpc>
              <a:spcBef>
                <a:spcPct val="0"/>
              </a:spcBef>
              <a:spcAft>
                <a:spcPct val="0"/>
              </a:spcAft>
              <a:buNone/>
              <a:defRPr/>
            </a:lvl5pPr>
          </a:lstStyle>
          <a:p>
            <a:pPr lvl="0"/>
            <a:r>
              <a:rPr lang="zh-CN" altLang="en-US"/>
              <a:t>Enter title text here</a:t>
            </a:r>
          </a:p>
        </p:txBody>
      </p:sp>
      <p:sp>
        <p:nvSpPr>
          <p:cNvPr id="17" name="Text Placeholder 16"/>
          <p:cNvSpPr>
            <a:spLocks noGrp="1"/>
          </p:cNvSpPr>
          <p:nvPr>
            <p:ph type="body" idx="16390" hasCustomPrompt="1"/>
            <p:custDataLst>
              <p:tags r:id="rId10"/>
            </p:custDataLst>
          </p:nvPr>
        </p:nvSpPr>
        <p:spPr>
          <a:xfrm>
            <a:off x="6553200" y="4775200"/>
            <a:ext cx="5029200" cy="406400"/>
          </a:xfrm>
          <a:noFill/>
        </p:spPr>
        <p:txBody>
          <a:bodyPr lIns="0" tIns="0" rIns="0" bIns="0" anchor="t">
            <a:normAutofit/>
          </a:bodyPr>
          <a:lstStyle>
            <a:lvl1pPr marL="0" indent="0" algn="l">
              <a:lnSpc>
                <a:spcPct val="111000"/>
              </a:lnSpc>
              <a:buNone/>
              <a:defRPr sz="2400" b="0" spc="0">
                <a:solidFill>
                  <a:schemeClr val="tx1"/>
                </a:solidFill>
              </a:defRPr>
            </a:lvl1pPr>
            <a:lvl5pPr marL="0" indent="0" algn="l">
              <a:lnSpc>
                <a:spcPct val="111000"/>
              </a:lnSpc>
              <a:spcBef>
                <a:spcPct val="0"/>
              </a:spcBef>
              <a:spcAft>
                <a:spcPct val="0"/>
              </a:spcAft>
              <a:buNone/>
              <a:defRPr/>
            </a:lvl5pPr>
          </a:lstStyle>
          <a:p>
            <a:pPr lvl="0"/>
            <a:r>
              <a:rPr lang="zh-CN" altLang="en-US"/>
              <a:t>Item title</a:t>
            </a:r>
          </a:p>
        </p:txBody>
      </p:sp>
      <p:sp>
        <p:nvSpPr>
          <p:cNvPr id="18" name="Text Placeholder 17"/>
          <p:cNvSpPr>
            <a:spLocks noGrp="1"/>
          </p:cNvSpPr>
          <p:nvPr>
            <p:ph type="body" idx="16391" hasCustomPrompt="1"/>
            <p:custDataLst>
              <p:tags r:id="rId11"/>
            </p:custDataLst>
          </p:nvPr>
        </p:nvSpPr>
        <p:spPr>
          <a:xfrm>
            <a:off x="6553200" y="5334000"/>
            <a:ext cx="5029200" cy="914400"/>
          </a:xfrm>
          <a:noFill/>
        </p:spPr>
        <p:txBody>
          <a:bodyPr lIns="0" tIns="0" rIns="0" bIns="0" anchor="t">
            <a:normAutofit/>
          </a:bodyPr>
          <a:lstStyle>
            <a:lvl1pPr marL="0" indent="0" algn="l">
              <a:lnSpc>
                <a:spcPct val="125000"/>
              </a:lnSpc>
              <a:buNone/>
              <a:defRPr sz="1600" b="0" spc="0">
                <a:solidFill>
                  <a:schemeClr val="tx1"/>
                </a:solidFill>
              </a:defRPr>
            </a:lvl1pPr>
            <a:lvl5pPr marL="0" indent="0" algn="l">
              <a:lnSpc>
                <a:spcPct val="125000"/>
              </a:lnSpc>
              <a:spcBef>
                <a:spcPct val="0"/>
              </a:spcBef>
              <a:spcAft>
                <a:spcPct val="0"/>
              </a:spcAft>
              <a:buNone/>
              <a:defRPr/>
            </a:lvl5pPr>
          </a:lstStyle>
          <a:p>
            <a:pPr lvl="0"/>
            <a:r>
              <a:rPr lang="zh-CN" altLang="en-US"/>
              <a:t>Enter title text here</a:t>
            </a:r>
          </a:p>
        </p:txBody>
      </p:sp>
    </p:spTree>
  </p:cSld>
  <p:clrMapOvr>
    <a:overrideClrMapping bg1="dk1" tx1="lt1" bg2="dk2" tx2="lt2" accent1="accent1" accent2="accent2" accent3="accent3" accent4="accent4" accent5="accent5" accent6="accent6" hlink="hlink" folHlink="folHlink"/>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Content_Slide-27_20">
    <p:bg>
      <p:bgRef idx="1001">
        <a:schemeClr val="bg2"/>
      </p:bgRef>
    </p:bg>
    <p:spTree>
      <p:nvGrpSpPr>
        <p:cNvPr id="1" name=""/>
        <p:cNvGrpSpPr/>
        <p:nvPr/>
      </p:nvGrpSpPr>
      <p:grpSpPr>
        <a:xfrm>
          <a:off x="0" y="0"/>
          <a:ext cx="0" cy="0"/>
          <a:chOff x="0" y="0"/>
          <a:chExt cx="0" cy="0"/>
        </a:xfrm>
      </p:grpSpPr>
      <p:sp>
        <p:nvSpPr>
          <p:cNvPr id="8" name="日期占位符 3"/>
          <p:cNvSpPr>
            <a:spLocks noGrp="1"/>
          </p:cNvSpPr>
          <p:nvPr>
            <p:ph type="dt" sz="half" idx="10"/>
            <p:custDataLst>
              <p:tags r:id="rId1"/>
            </p:custDataLst>
          </p:nvPr>
        </p:nvSpPr>
        <p:spPr/>
        <p:txBody>
          <a:bodyPr/>
          <a:lstStyle/>
          <a:p>
            <a:fld id="{760FBDFE-C587-4B4C-A407-44438C67B59E}" type="datetimeFigureOut">
              <a:rPr lang="zh-CN" altLang="en-US" smtClean="0"/>
              <a:t>2026/7/9</a:t>
            </a:fld>
            <a:endParaRPr lang="zh-CN" altLang="en-US"/>
          </a:p>
        </p:txBody>
      </p:sp>
      <p:sp>
        <p:nvSpPr>
          <p:cNvPr id="9" name="页脚占位符 4"/>
          <p:cNvSpPr>
            <a:spLocks noGrp="1"/>
          </p:cNvSpPr>
          <p:nvPr>
            <p:ph type="ftr" sz="quarter" idx="11"/>
            <p:custDataLst>
              <p:tags r:id="rId2"/>
            </p:custDataLst>
          </p:nvPr>
        </p:nvSpPr>
        <p:spPr/>
        <p:txBody>
          <a:bodyPr/>
          <a:lstStyle/>
          <a:p>
            <a:endParaRPr lang="zh-CN" altLang="en-US"/>
          </a:p>
        </p:txBody>
      </p:sp>
      <p:sp>
        <p:nvSpPr>
          <p:cNvPr id="10" name="灯片编号占位符 5"/>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11" name="Title 10"/>
          <p:cNvSpPr>
            <a:spLocks noGrp="1"/>
          </p:cNvSpPr>
          <p:nvPr>
            <p:ph type="ctrTitle" idx="16385" hasCustomPrompt="1"/>
            <p:custDataLst>
              <p:tags r:id="rId4"/>
            </p:custDataLst>
          </p:nvPr>
        </p:nvSpPr>
        <p:spPr>
          <a:xfrm>
            <a:off x="609600" y="533400"/>
            <a:ext cx="91440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pPr lvl="0"/>
            <a:r>
              <a:rPr lang="zh-CN" altLang="en-US"/>
              <a:t>Your slide title here</a:t>
            </a:r>
          </a:p>
        </p:txBody>
      </p:sp>
      <p:sp>
        <p:nvSpPr>
          <p:cNvPr id="12" name="装饰  1"/>
          <p:cNvSpPr>
            <a:spLocks noGrp="1"/>
          </p:cNvSpPr>
          <p:nvPr>
            <p:ph type="body" idx="16395" hasCustomPrompt="1"/>
            <p:custDataLst>
              <p:tags r:id="rId5"/>
            </p:custDataLst>
          </p:nvPr>
        </p:nvSpPr>
        <p:spPr>
          <a:xfrm>
            <a:off x="609600" y="1981200"/>
            <a:ext cx="762000" cy="762000"/>
          </a:xfrm>
          <a:custGeom>
            <a:avLst/>
            <a:gdLst>
              <a:gd name="connisteX0" fmla="*/ 0 w 762000"/>
              <a:gd name="connsiteY0" fmla="*/ 203200 h 762000"/>
              <a:gd name="connisteX1" fmla="*/ 203200 w 762000"/>
              <a:gd name="connsiteY1" fmla="*/ 0 h 762000"/>
              <a:gd name="connisteX2" fmla="*/ 558800 w 762000"/>
              <a:gd name="connsiteY2" fmla="*/ 0 h 762000"/>
              <a:gd name="connisteX3" fmla="*/ 762000 w 762000"/>
              <a:gd name="connsiteY3" fmla="*/ 203200 h 762000"/>
              <a:gd name="connisteX4" fmla="*/ 762000 w 762000"/>
              <a:gd name="connsiteY4" fmla="*/ 558800 h 762000"/>
              <a:gd name="connisteX5" fmla="*/ 558800 w 762000"/>
              <a:gd name="connsiteY5" fmla="*/ 762000 h 762000"/>
              <a:gd name="connisteX6" fmla="*/ 203200 w 762000"/>
              <a:gd name="connsiteY6" fmla="*/ 762000 h 762000"/>
              <a:gd name="connisteX7" fmla="*/ 0 w 762000"/>
              <a:gd name="connsiteY7" fmla="*/ 558800 h 762000"/>
              <a:gd name="connisteX8" fmla="*/ 0 w 762000"/>
              <a:gd name="connsiteY8" fmla="*/ 203200 h 76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762000" h="762000">
                <a:moveTo>
                  <a:pt x="0" y="203200"/>
                </a:moveTo>
                <a:cubicBezTo>
                  <a:pt x="0" y="90976"/>
                  <a:pt x="90976" y="0"/>
                  <a:pt x="203200" y="0"/>
                </a:cubicBezTo>
                <a:lnTo>
                  <a:pt x="558800" y="0"/>
                </a:lnTo>
                <a:cubicBezTo>
                  <a:pt x="671024" y="0"/>
                  <a:pt x="762000" y="90976"/>
                  <a:pt x="762000" y="203200"/>
                </a:cubicBezTo>
                <a:lnTo>
                  <a:pt x="762000" y="558800"/>
                </a:lnTo>
                <a:cubicBezTo>
                  <a:pt x="762000" y="671024"/>
                  <a:pt x="671024" y="762000"/>
                  <a:pt x="558800" y="762000"/>
                </a:cubicBezTo>
                <a:lnTo>
                  <a:pt x="203200" y="762000"/>
                </a:lnTo>
                <a:cubicBezTo>
                  <a:pt x="90976" y="762000"/>
                  <a:pt x="0" y="671024"/>
                  <a:pt x="0" y="558800"/>
                </a:cubicBezTo>
                <a:lnTo>
                  <a:pt x="0" y="203200"/>
                </a:lnTo>
                <a:close/>
              </a:path>
            </a:pathLst>
          </a:custGeom>
          <a:solidFill>
            <a:schemeClr val="accent1"/>
          </a:solidFill>
          <a:ln>
            <a:solidFill>
              <a:prstClr val="black">
                <a:alpha val="0"/>
              </a:prstClr>
            </a:solidFill>
            <a:prstDash val="solid"/>
          </a:ln>
        </p:spPr>
        <p:txBody>
          <a:bodyPr>
            <a:noAutofit/>
          </a:bodyPr>
          <a:lstStyle>
            <a:lvl1pPr marL="0" indent="0">
              <a:buNone/>
              <a:defRPr/>
            </a:lvl1pPr>
            <a:lvl2pPr>
              <a:buNone/>
              <a:defRPr/>
            </a:lvl2pPr>
            <a:lvl3pPr>
              <a:buNone/>
              <a:defRPr/>
            </a:lvl3pPr>
            <a:lvl4pPr>
              <a:buNone/>
              <a:defRPr/>
            </a:lvl4pPr>
            <a:lvl5pPr>
              <a:buNone/>
              <a:defRPr/>
            </a:lvl5pPr>
          </a:lstStyle>
          <a:p>
            <a:pPr lvl="0"/>
            <a:r>
              <a:rPr lang="zh-CN" altLang="en-US"/>
              <a:t> </a:t>
            </a:r>
          </a:p>
        </p:txBody>
      </p:sp>
      <p:sp>
        <p:nvSpPr>
          <p:cNvPr id="13" name="Text Placeholder 12"/>
          <p:cNvSpPr>
            <a:spLocks noGrp="1"/>
          </p:cNvSpPr>
          <p:nvPr>
            <p:ph type="body" idx="16388" hasCustomPrompt="1"/>
            <p:custDataLst>
              <p:tags r:id="rId6"/>
            </p:custDataLst>
          </p:nvPr>
        </p:nvSpPr>
        <p:spPr>
          <a:xfrm>
            <a:off x="781050" y="2184400"/>
            <a:ext cx="419100" cy="355600"/>
          </a:xfrm>
          <a:noFill/>
        </p:spPr>
        <p:txBody>
          <a:bodyPr wrap="none" lIns="0" tIns="0" rIns="0" bIns="0" anchor="ctr">
            <a:noAutofit/>
          </a:bodyPr>
          <a:lstStyle>
            <a:lvl1pPr marL="0" indent="0" algn="ctr">
              <a:lnSpc>
                <a:spcPct val="109000"/>
              </a:lnSpc>
              <a:spcBef>
                <a:spcPct val="0"/>
              </a:spcBef>
              <a:spcAft>
                <a:spcPct val="0"/>
              </a:spcAft>
              <a:buNone/>
              <a:defRPr sz="2800" b="0" spc="0">
                <a:solidFill>
                  <a:srgbClr val="FFFFFF"/>
                </a:solidFill>
              </a:defRPr>
            </a:lvl1pPr>
          </a:lstStyle>
          <a:p>
            <a:pPr lvl="0"/>
            <a:r>
              <a:rPr lang="zh-CN" altLang="en-US"/>
              <a:t>01</a:t>
            </a:r>
          </a:p>
        </p:txBody>
      </p:sp>
      <p:sp>
        <p:nvSpPr>
          <p:cNvPr id="14" name="Text Placeholder 13"/>
          <p:cNvSpPr>
            <a:spLocks noGrp="1"/>
          </p:cNvSpPr>
          <p:nvPr>
            <p:ph type="body" idx="16386" hasCustomPrompt="1"/>
            <p:custDataLst>
              <p:tags r:id="rId7"/>
            </p:custDataLst>
          </p:nvPr>
        </p:nvSpPr>
        <p:spPr>
          <a:xfrm>
            <a:off x="1574800" y="1828800"/>
            <a:ext cx="100076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Your item title here</a:t>
            </a:r>
          </a:p>
        </p:txBody>
      </p:sp>
      <p:sp>
        <p:nvSpPr>
          <p:cNvPr id="15" name="Text Placeholder 14"/>
          <p:cNvSpPr>
            <a:spLocks noGrp="1"/>
          </p:cNvSpPr>
          <p:nvPr>
            <p:ph type="body" idx="16387" hasCustomPrompt="1"/>
            <p:custDataLst>
              <p:tags r:id="rId8"/>
            </p:custDataLst>
          </p:nvPr>
        </p:nvSpPr>
        <p:spPr>
          <a:xfrm>
            <a:off x="1574800" y="2286000"/>
            <a:ext cx="10007600" cy="609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Enter title text here</a:t>
            </a:r>
          </a:p>
        </p:txBody>
      </p:sp>
      <p:sp>
        <p:nvSpPr>
          <p:cNvPr id="16" name="装饰  5"/>
          <p:cNvSpPr>
            <a:spLocks noGrp="1"/>
          </p:cNvSpPr>
          <p:nvPr>
            <p:ph type="body" idx="16396" hasCustomPrompt="1"/>
            <p:custDataLst>
              <p:tags r:id="rId9"/>
            </p:custDataLst>
          </p:nvPr>
        </p:nvSpPr>
        <p:spPr>
          <a:xfrm>
            <a:off x="609600" y="3657600"/>
            <a:ext cx="762000" cy="762000"/>
          </a:xfrm>
          <a:custGeom>
            <a:avLst/>
            <a:gdLst>
              <a:gd name="connisteX0" fmla="*/ 0 w 762000"/>
              <a:gd name="connsiteY0" fmla="*/ 203200 h 762000"/>
              <a:gd name="connisteX1" fmla="*/ 203200 w 762000"/>
              <a:gd name="connsiteY1" fmla="*/ 0 h 762000"/>
              <a:gd name="connisteX2" fmla="*/ 558800 w 762000"/>
              <a:gd name="connsiteY2" fmla="*/ 0 h 762000"/>
              <a:gd name="connisteX3" fmla="*/ 762000 w 762000"/>
              <a:gd name="connsiteY3" fmla="*/ 203200 h 762000"/>
              <a:gd name="connisteX4" fmla="*/ 762000 w 762000"/>
              <a:gd name="connsiteY4" fmla="*/ 558800 h 762000"/>
              <a:gd name="connisteX5" fmla="*/ 558800 w 762000"/>
              <a:gd name="connsiteY5" fmla="*/ 762000 h 762000"/>
              <a:gd name="connisteX6" fmla="*/ 203200 w 762000"/>
              <a:gd name="connsiteY6" fmla="*/ 762000 h 762000"/>
              <a:gd name="connisteX7" fmla="*/ 0 w 762000"/>
              <a:gd name="connsiteY7" fmla="*/ 558800 h 762000"/>
              <a:gd name="connisteX8" fmla="*/ 0 w 762000"/>
              <a:gd name="connsiteY8" fmla="*/ 203200 h 76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762000" h="762000">
                <a:moveTo>
                  <a:pt x="0" y="203200"/>
                </a:moveTo>
                <a:cubicBezTo>
                  <a:pt x="0" y="90976"/>
                  <a:pt x="90976" y="0"/>
                  <a:pt x="203200" y="0"/>
                </a:cubicBezTo>
                <a:lnTo>
                  <a:pt x="558800" y="0"/>
                </a:lnTo>
                <a:cubicBezTo>
                  <a:pt x="671024" y="0"/>
                  <a:pt x="762000" y="90976"/>
                  <a:pt x="762000" y="203200"/>
                </a:cubicBezTo>
                <a:lnTo>
                  <a:pt x="762000" y="558800"/>
                </a:lnTo>
                <a:cubicBezTo>
                  <a:pt x="762000" y="671024"/>
                  <a:pt x="671024" y="762000"/>
                  <a:pt x="558800" y="762000"/>
                </a:cubicBezTo>
                <a:lnTo>
                  <a:pt x="203200" y="762000"/>
                </a:lnTo>
                <a:cubicBezTo>
                  <a:pt x="90976" y="762000"/>
                  <a:pt x="0" y="671024"/>
                  <a:pt x="0" y="558800"/>
                </a:cubicBezTo>
                <a:lnTo>
                  <a:pt x="0" y="203200"/>
                </a:lnTo>
                <a:close/>
              </a:path>
            </a:pathLst>
          </a:custGeom>
          <a:solidFill>
            <a:schemeClr val="accent1"/>
          </a:solidFill>
          <a:ln>
            <a:solidFill>
              <a:prstClr val="black">
                <a:alpha val="0"/>
              </a:prstClr>
            </a:solidFill>
            <a:prstDash val="solid"/>
          </a:ln>
        </p:spPr>
        <p:txBody>
          <a:bodyPr>
            <a:noAutofit/>
          </a:bodyPr>
          <a:lstStyle>
            <a:lvl1pPr marL="0" indent="0">
              <a:buNone/>
              <a:defRPr/>
            </a:lvl1pPr>
            <a:lvl2pPr>
              <a:buNone/>
              <a:defRPr/>
            </a:lvl2pPr>
            <a:lvl3pPr>
              <a:buNone/>
              <a:defRPr/>
            </a:lvl3pPr>
            <a:lvl4pPr>
              <a:buNone/>
              <a:defRPr/>
            </a:lvl4pPr>
            <a:lvl5pPr>
              <a:buNone/>
              <a:defRPr/>
            </a:lvl5pPr>
          </a:lstStyle>
          <a:p>
            <a:pPr lvl="0"/>
            <a:r>
              <a:rPr lang="zh-CN" altLang="en-US"/>
              <a:t> </a:t>
            </a:r>
          </a:p>
        </p:txBody>
      </p:sp>
      <p:sp>
        <p:nvSpPr>
          <p:cNvPr id="17" name="Text Placeholder 16"/>
          <p:cNvSpPr>
            <a:spLocks noGrp="1"/>
          </p:cNvSpPr>
          <p:nvPr>
            <p:ph type="body" idx="16391" hasCustomPrompt="1"/>
            <p:custDataLst>
              <p:tags r:id="rId10"/>
            </p:custDataLst>
          </p:nvPr>
        </p:nvSpPr>
        <p:spPr>
          <a:xfrm>
            <a:off x="781050" y="3860800"/>
            <a:ext cx="419100" cy="355600"/>
          </a:xfrm>
          <a:noFill/>
        </p:spPr>
        <p:txBody>
          <a:bodyPr wrap="none" lIns="0" tIns="0" rIns="0" bIns="0" anchor="ctr">
            <a:noAutofit/>
          </a:bodyPr>
          <a:lstStyle>
            <a:lvl1pPr marL="0" indent="0" algn="ctr">
              <a:lnSpc>
                <a:spcPct val="109000"/>
              </a:lnSpc>
              <a:spcBef>
                <a:spcPct val="0"/>
              </a:spcBef>
              <a:spcAft>
                <a:spcPct val="0"/>
              </a:spcAft>
              <a:buNone/>
              <a:defRPr sz="2800" b="0" spc="0">
                <a:solidFill>
                  <a:srgbClr val="FFFFFF"/>
                </a:solidFill>
              </a:defRPr>
            </a:lvl1pPr>
          </a:lstStyle>
          <a:p>
            <a:pPr lvl="0"/>
            <a:r>
              <a:rPr lang="zh-CN" altLang="en-US"/>
              <a:t>02</a:t>
            </a:r>
          </a:p>
        </p:txBody>
      </p:sp>
      <p:sp>
        <p:nvSpPr>
          <p:cNvPr id="18" name="Text Placeholder 17"/>
          <p:cNvSpPr>
            <a:spLocks noGrp="1"/>
          </p:cNvSpPr>
          <p:nvPr>
            <p:ph type="body" idx="16389" hasCustomPrompt="1"/>
            <p:custDataLst>
              <p:tags r:id="rId11"/>
            </p:custDataLst>
          </p:nvPr>
        </p:nvSpPr>
        <p:spPr>
          <a:xfrm>
            <a:off x="1574800" y="3505200"/>
            <a:ext cx="100076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Your item title here</a:t>
            </a:r>
          </a:p>
        </p:txBody>
      </p:sp>
      <p:sp>
        <p:nvSpPr>
          <p:cNvPr id="19" name="Text Placeholder 18"/>
          <p:cNvSpPr>
            <a:spLocks noGrp="1"/>
          </p:cNvSpPr>
          <p:nvPr>
            <p:ph type="body" idx="16390" hasCustomPrompt="1"/>
            <p:custDataLst>
              <p:tags r:id="rId12"/>
            </p:custDataLst>
          </p:nvPr>
        </p:nvSpPr>
        <p:spPr>
          <a:xfrm>
            <a:off x="1574800" y="3962400"/>
            <a:ext cx="10007600" cy="609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Enter title text here</a:t>
            </a:r>
          </a:p>
        </p:txBody>
      </p:sp>
      <p:sp>
        <p:nvSpPr>
          <p:cNvPr id="20" name="装饰  9"/>
          <p:cNvSpPr>
            <a:spLocks noGrp="1"/>
          </p:cNvSpPr>
          <p:nvPr>
            <p:ph type="body" idx="16397" hasCustomPrompt="1"/>
            <p:custDataLst>
              <p:tags r:id="rId13"/>
            </p:custDataLst>
          </p:nvPr>
        </p:nvSpPr>
        <p:spPr>
          <a:xfrm>
            <a:off x="609600" y="5334000"/>
            <a:ext cx="762000" cy="762000"/>
          </a:xfrm>
          <a:custGeom>
            <a:avLst/>
            <a:gdLst>
              <a:gd name="connisteX0" fmla="*/ 0 w 762000"/>
              <a:gd name="connsiteY0" fmla="*/ 203200 h 762000"/>
              <a:gd name="connisteX1" fmla="*/ 203200 w 762000"/>
              <a:gd name="connsiteY1" fmla="*/ 0 h 762000"/>
              <a:gd name="connisteX2" fmla="*/ 558800 w 762000"/>
              <a:gd name="connsiteY2" fmla="*/ 0 h 762000"/>
              <a:gd name="connisteX3" fmla="*/ 762000 w 762000"/>
              <a:gd name="connsiteY3" fmla="*/ 203200 h 762000"/>
              <a:gd name="connisteX4" fmla="*/ 762000 w 762000"/>
              <a:gd name="connsiteY4" fmla="*/ 558800 h 762000"/>
              <a:gd name="connisteX5" fmla="*/ 558800 w 762000"/>
              <a:gd name="connsiteY5" fmla="*/ 762000 h 762000"/>
              <a:gd name="connisteX6" fmla="*/ 203200 w 762000"/>
              <a:gd name="connsiteY6" fmla="*/ 762000 h 762000"/>
              <a:gd name="connisteX7" fmla="*/ 0 w 762000"/>
              <a:gd name="connsiteY7" fmla="*/ 558800 h 762000"/>
              <a:gd name="connisteX8" fmla="*/ 0 w 762000"/>
              <a:gd name="connsiteY8" fmla="*/ 203200 h 76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762000" h="762000">
                <a:moveTo>
                  <a:pt x="0" y="203200"/>
                </a:moveTo>
                <a:cubicBezTo>
                  <a:pt x="0" y="90976"/>
                  <a:pt x="90976" y="0"/>
                  <a:pt x="203200" y="0"/>
                </a:cubicBezTo>
                <a:lnTo>
                  <a:pt x="558800" y="0"/>
                </a:lnTo>
                <a:cubicBezTo>
                  <a:pt x="671024" y="0"/>
                  <a:pt x="762000" y="90976"/>
                  <a:pt x="762000" y="203200"/>
                </a:cubicBezTo>
                <a:lnTo>
                  <a:pt x="762000" y="558800"/>
                </a:lnTo>
                <a:cubicBezTo>
                  <a:pt x="762000" y="671024"/>
                  <a:pt x="671024" y="762000"/>
                  <a:pt x="558800" y="762000"/>
                </a:cubicBezTo>
                <a:lnTo>
                  <a:pt x="203200" y="762000"/>
                </a:lnTo>
                <a:cubicBezTo>
                  <a:pt x="90976" y="762000"/>
                  <a:pt x="0" y="671024"/>
                  <a:pt x="0" y="558800"/>
                </a:cubicBezTo>
                <a:lnTo>
                  <a:pt x="0" y="203200"/>
                </a:lnTo>
                <a:close/>
              </a:path>
            </a:pathLst>
          </a:custGeom>
          <a:solidFill>
            <a:schemeClr val="accent1"/>
          </a:solidFill>
          <a:ln>
            <a:solidFill>
              <a:prstClr val="black">
                <a:alpha val="0"/>
              </a:prstClr>
            </a:solidFill>
            <a:prstDash val="solid"/>
          </a:ln>
        </p:spPr>
        <p:txBody>
          <a:bodyPr>
            <a:noAutofit/>
          </a:bodyPr>
          <a:lstStyle>
            <a:lvl1pPr marL="0" indent="0">
              <a:buNone/>
              <a:defRPr/>
            </a:lvl1pPr>
            <a:lvl2pPr>
              <a:buNone/>
              <a:defRPr/>
            </a:lvl2pPr>
            <a:lvl3pPr>
              <a:buNone/>
              <a:defRPr/>
            </a:lvl3pPr>
            <a:lvl4pPr>
              <a:buNone/>
              <a:defRPr/>
            </a:lvl4pPr>
            <a:lvl5pPr>
              <a:buNone/>
              <a:defRPr/>
            </a:lvl5pPr>
          </a:lstStyle>
          <a:p>
            <a:pPr lvl="0"/>
            <a:r>
              <a:rPr lang="zh-CN" altLang="en-US"/>
              <a:t> </a:t>
            </a:r>
          </a:p>
        </p:txBody>
      </p:sp>
      <p:sp>
        <p:nvSpPr>
          <p:cNvPr id="21" name="Text Placeholder 20"/>
          <p:cNvSpPr>
            <a:spLocks noGrp="1"/>
          </p:cNvSpPr>
          <p:nvPr>
            <p:ph type="body" idx="16394" hasCustomPrompt="1"/>
            <p:custDataLst>
              <p:tags r:id="rId14"/>
            </p:custDataLst>
          </p:nvPr>
        </p:nvSpPr>
        <p:spPr>
          <a:xfrm>
            <a:off x="781050" y="5537200"/>
            <a:ext cx="419100" cy="355600"/>
          </a:xfrm>
          <a:noFill/>
        </p:spPr>
        <p:txBody>
          <a:bodyPr wrap="none" lIns="0" tIns="0" rIns="0" bIns="0" anchor="ctr">
            <a:noAutofit/>
          </a:bodyPr>
          <a:lstStyle>
            <a:lvl1pPr marL="0" indent="0" algn="ctr">
              <a:lnSpc>
                <a:spcPct val="109000"/>
              </a:lnSpc>
              <a:spcBef>
                <a:spcPct val="0"/>
              </a:spcBef>
              <a:spcAft>
                <a:spcPct val="0"/>
              </a:spcAft>
              <a:buNone/>
              <a:defRPr sz="2800" b="0" spc="0">
                <a:solidFill>
                  <a:srgbClr val="FFFFFF"/>
                </a:solidFill>
              </a:defRPr>
            </a:lvl1pPr>
          </a:lstStyle>
          <a:p>
            <a:pPr lvl="0"/>
            <a:r>
              <a:rPr lang="zh-CN" altLang="en-US"/>
              <a:t>03</a:t>
            </a:r>
          </a:p>
        </p:txBody>
      </p:sp>
      <p:sp>
        <p:nvSpPr>
          <p:cNvPr id="22" name="Text Placeholder 21"/>
          <p:cNvSpPr>
            <a:spLocks noGrp="1"/>
          </p:cNvSpPr>
          <p:nvPr>
            <p:ph type="body" idx="16392" hasCustomPrompt="1"/>
            <p:custDataLst>
              <p:tags r:id="rId15"/>
            </p:custDataLst>
          </p:nvPr>
        </p:nvSpPr>
        <p:spPr>
          <a:xfrm>
            <a:off x="1574800" y="5181600"/>
            <a:ext cx="100076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Your item title here</a:t>
            </a:r>
          </a:p>
        </p:txBody>
      </p:sp>
      <p:sp>
        <p:nvSpPr>
          <p:cNvPr id="23" name="Text Placeholder 22"/>
          <p:cNvSpPr>
            <a:spLocks noGrp="1"/>
          </p:cNvSpPr>
          <p:nvPr>
            <p:ph type="body" idx="16393" hasCustomPrompt="1"/>
            <p:custDataLst>
              <p:tags r:id="rId16"/>
            </p:custDataLst>
          </p:nvPr>
        </p:nvSpPr>
        <p:spPr>
          <a:xfrm>
            <a:off x="1574800" y="5638800"/>
            <a:ext cx="10007600" cy="609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Enter title text here</a:t>
            </a:r>
          </a:p>
        </p:txBody>
      </p:sp>
    </p:spTree>
  </p:cSld>
  <p:clrMapOvr>
    <a:overrideClrMapping bg1="dk1" tx1="lt1" bg2="dk2" tx2="lt2" accent1="accent1" accent2="accent2" accent3="accent3" accent4="accent4" accent5="accent5" accent6="accent6" hlink="hlink" folHlink="folHlink"/>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Content_Slide-35_20">
    <p:bg>
      <p:bgRef idx="1001">
        <a:schemeClr val="bg2"/>
      </p:bgRef>
    </p:bg>
    <p:spTree>
      <p:nvGrpSpPr>
        <p:cNvPr id="1" name=""/>
        <p:cNvGrpSpPr/>
        <p:nvPr/>
      </p:nvGrpSpPr>
      <p:grpSpPr>
        <a:xfrm>
          <a:off x="0" y="0"/>
          <a:ext cx="0" cy="0"/>
          <a:chOff x="0" y="0"/>
          <a:chExt cx="0" cy="0"/>
        </a:xfrm>
      </p:grpSpPr>
      <p:sp>
        <p:nvSpPr>
          <p:cNvPr id="8" name="日期占位符 3"/>
          <p:cNvSpPr>
            <a:spLocks noGrp="1"/>
          </p:cNvSpPr>
          <p:nvPr>
            <p:ph type="dt" sz="half" idx="10"/>
            <p:custDataLst>
              <p:tags r:id="rId1"/>
            </p:custDataLst>
          </p:nvPr>
        </p:nvSpPr>
        <p:spPr/>
        <p:txBody>
          <a:bodyPr/>
          <a:lstStyle/>
          <a:p>
            <a:fld id="{760FBDFE-C587-4B4C-A407-44438C67B59E}" type="datetimeFigureOut">
              <a:rPr lang="zh-CN" altLang="en-US" smtClean="0"/>
              <a:t>2026/7/9</a:t>
            </a:fld>
            <a:endParaRPr lang="zh-CN" altLang="en-US"/>
          </a:p>
        </p:txBody>
      </p:sp>
      <p:sp>
        <p:nvSpPr>
          <p:cNvPr id="9" name="页脚占位符 4"/>
          <p:cNvSpPr>
            <a:spLocks noGrp="1"/>
          </p:cNvSpPr>
          <p:nvPr>
            <p:ph type="ftr" sz="quarter" idx="11"/>
            <p:custDataLst>
              <p:tags r:id="rId2"/>
            </p:custDataLst>
          </p:nvPr>
        </p:nvSpPr>
        <p:spPr/>
        <p:txBody>
          <a:bodyPr/>
          <a:lstStyle/>
          <a:p>
            <a:endParaRPr lang="zh-CN" altLang="en-US"/>
          </a:p>
        </p:txBody>
      </p:sp>
      <p:sp>
        <p:nvSpPr>
          <p:cNvPr id="10" name="灯片编号占位符 5"/>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11" name="Title 10"/>
          <p:cNvSpPr>
            <a:spLocks noGrp="1"/>
          </p:cNvSpPr>
          <p:nvPr>
            <p:ph type="ctrTitle" idx="16385" hasCustomPrompt="1"/>
            <p:custDataLst>
              <p:tags r:id="rId4"/>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pPr lvl="0"/>
            <a:r>
              <a:rPr lang="zh-CN" altLang="en-US"/>
              <a:t>Your slide title here</a:t>
            </a:r>
          </a:p>
        </p:txBody>
      </p:sp>
      <p:sp>
        <p:nvSpPr>
          <p:cNvPr id="12" name="Text Placeholder 11"/>
          <p:cNvSpPr>
            <a:spLocks noGrp="1"/>
          </p:cNvSpPr>
          <p:nvPr>
            <p:ph type="body" idx="16388" hasCustomPrompt="1"/>
            <p:custDataLst>
              <p:tags r:id="rId5"/>
            </p:custDataLst>
          </p:nvPr>
        </p:nvSpPr>
        <p:spPr>
          <a:xfrm>
            <a:off x="622300" y="1701800"/>
            <a:ext cx="1193800" cy="1016000"/>
          </a:xfrm>
          <a:noFill/>
        </p:spPr>
        <p:txBody>
          <a:bodyPr wrap="none" lIns="0" tIns="0" rIns="0" bIns="0" anchor="ctr">
            <a:noAutofit/>
          </a:bodyPr>
          <a:lstStyle>
            <a:lvl1pPr marL="0" indent="0" algn="ctr">
              <a:lnSpc>
                <a:spcPct val="109000"/>
              </a:lnSpc>
              <a:spcBef>
                <a:spcPct val="0"/>
              </a:spcBef>
              <a:spcAft>
                <a:spcPct val="0"/>
              </a:spcAft>
              <a:buNone/>
              <a:defRPr sz="8000" b="0" spc="0">
                <a:solidFill>
                  <a:schemeClr val="accent1"/>
                </a:solidFill>
              </a:defRPr>
            </a:lvl1pPr>
          </a:lstStyle>
          <a:p>
            <a:pPr lvl="0"/>
            <a:r>
              <a:rPr lang="zh-CN" altLang="en-US"/>
              <a:t>01</a:t>
            </a:r>
          </a:p>
        </p:txBody>
      </p:sp>
      <p:sp>
        <p:nvSpPr>
          <p:cNvPr id="13" name="Text Placeholder 12"/>
          <p:cNvSpPr>
            <a:spLocks noGrp="1"/>
          </p:cNvSpPr>
          <p:nvPr>
            <p:ph type="body" idx="16386" hasCustomPrompt="1"/>
            <p:custDataLst>
              <p:tags r:id="rId6"/>
            </p:custDataLst>
          </p:nvPr>
        </p:nvSpPr>
        <p:spPr>
          <a:xfrm>
            <a:off x="2133600" y="1651000"/>
            <a:ext cx="94488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Your item title here</a:t>
            </a:r>
          </a:p>
        </p:txBody>
      </p:sp>
      <p:sp>
        <p:nvSpPr>
          <p:cNvPr id="14" name="Text Placeholder 13"/>
          <p:cNvSpPr>
            <a:spLocks noGrp="1"/>
          </p:cNvSpPr>
          <p:nvPr>
            <p:ph type="body" idx="16387" hasCustomPrompt="1"/>
            <p:custDataLst>
              <p:tags r:id="rId7"/>
            </p:custDataLst>
          </p:nvPr>
        </p:nvSpPr>
        <p:spPr>
          <a:xfrm>
            <a:off x="2133600" y="2159000"/>
            <a:ext cx="9448800" cy="609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Enter title text here</a:t>
            </a:r>
          </a:p>
        </p:txBody>
      </p:sp>
      <p:sp>
        <p:nvSpPr>
          <p:cNvPr id="15" name="Text Placeholder 14"/>
          <p:cNvSpPr>
            <a:spLocks noGrp="1"/>
          </p:cNvSpPr>
          <p:nvPr>
            <p:ph type="body" idx="16391" hasCustomPrompt="1"/>
            <p:custDataLst>
              <p:tags r:id="rId8"/>
            </p:custDataLst>
          </p:nvPr>
        </p:nvSpPr>
        <p:spPr>
          <a:xfrm>
            <a:off x="622300" y="3378200"/>
            <a:ext cx="1193800" cy="1016000"/>
          </a:xfrm>
          <a:noFill/>
        </p:spPr>
        <p:txBody>
          <a:bodyPr wrap="none" lIns="0" tIns="0" rIns="0" bIns="0" anchor="ctr">
            <a:noAutofit/>
          </a:bodyPr>
          <a:lstStyle>
            <a:lvl1pPr marL="0" indent="0" algn="ctr">
              <a:lnSpc>
                <a:spcPct val="109000"/>
              </a:lnSpc>
              <a:spcBef>
                <a:spcPct val="0"/>
              </a:spcBef>
              <a:spcAft>
                <a:spcPct val="0"/>
              </a:spcAft>
              <a:buNone/>
              <a:defRPr sz="8000" b="0" spc="0">
                <a:solidFill>
                  <a:schemeClr val="accent1"/>
                </a:solidFill>
              </a:defRPr>
            </a:lvl1pPr>
          </a:lstStyle>
          <a:p>
            <a:pPr lvl="0"/>
            <a:r>
              <a:rPr lang="zh-CN" altLang="en-US"/>
              <a:t>02</a:t>
            </a:r>
          </a:p>
        </p:txBody>
      </p:sp>
      <p:sp>
        <p:nvSpPr>
          <p:cNvPr id="16" name="Text Placeholder 15"/>
          <p:cNvSpPr>
            <a:spLocks noGrp="1"/>
          </p:cNvSpPr>
          <p:nvPr>
            <p:ph type="body" idx="16389" hasCustomPrompt="1"/>
            <p:custDataLst>
              <p:tags r:id="rId9"/>
            </p:custDataLst>
          </p:nvPr>
        </p:nvSpPr>
        <p:spPr>
          <a:xfrm>
            <a:off x="2133600" y="3327400"/>
            <a:ext cx="94488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Your item title here</a:t>
            </a:r>
          </a:p>
        </p:txBody>
      </p:sp>
      <p:sp>
        <p:nvSpPr>
          <p:cNvPr id="17" name="Text Placeholder 16"/>
          <p:cNvSpPr>
            <a:spLocks noGrp="1"/>
          </p:cNvSpPr>
          <p:nvPr>
            <p:ph type="body" idx="16390" hasCustomPrompt="1"/>
            <p:custDataLst>
              <p:tags r:id="rId10"/>
            </p:custDataLst>
          </p:nvPr>
        </p:nvSpPr>
        <p:spPr>
          <a:xfrm>
            <a:off x="2133600" y="3835400"/>
            <a:ext cx="9448800" cy="609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Enter title text here</a:t>
            </a:r>
          </a:p>
        </p:txBody>
      </p:sp>
      <p:sp>
        <p:nvSpPr>
          <p:cNvPr id="18" name="Text Placeholder 17"/>
          <p:cNvSpPr>
            <a:spLocks noGrp="1"/>
          </p:cNvSpPr>
          <p:nvPr>
            <p:ph type="body" idx="16394" hasCustomPrompt="1"/>
            <p:custDataLst>
              <p:tags r:id="rId11"/>
            </p:custDataLst>
          </p:nvPr>
        </p:nvSpPr>
        <p:spPr>
          <a:xfrm>
            <a:off x="622300" y="5054600"/>
            <a:ext cx="1193800" cy="1016000"/>
          </a:xfrm>
          <a:noFill/>
        </p:spPr>
        <p:txBody>
          <a:bodyPr wrap="none" lIns="0" tIns="0" rIns="0" bIns="0" anchor="ctr">
            <a:noAutofit/>
          </a:bodyPr>
          <a:lstStyle>
            <a:lvl1pPr marL="0" indent="0" algn="ctr">
              <a:lnSpc>
                <a:spcPct val="109000"/>
              </a:lnSpc>
              <a:spcBef>
                <a:spcPct val="0"/>
              </a:spcBef>
              <a:spcAft>
                <a:spcPct val="0"/>
              </a:spcAft>
              <a:buNone/>
              <a:defRPr sz="8000" b="0" spc="0">
                <a:solidFill>
                  <a:schemeClr val="accent1"/>
                </a:solidFill>
              </a:defRPr>
            </a:lvl1pPr>
          </a:lstStyle>
          <a:p>
            <a:pPr lvl="0"/>
            <a:r>
              <a:rPr lang="zh-CN" altLang="en-US"/>
              <a:t>03</a:t>
            </a:r>
          </a:p>
        </p:txBody>
      </p:sp>
      <p:sp>
        <p:nvSpPr>
          <p:cNvPr id="19" name="Text Placeholder 18"/>
          <p:cNvSpPr>
            <a:spLocks noGrp="1"/>
          </p:cNvSpPr>
          <p:nvPr>
            <p:ph type="body" idx="16392" hasCustomPrompt="1"/>
            <p:custDataLst>
              <p:tags r:id="rId12"/>
            </p:custDataLst>
          </p:nvPr>
        </p:nvSpPr>
        <p:spPr>
          <a:xfrm>
            <a:off x="2133600" y="5003800"/>
            <a:ext cx="94488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Your item title here</a:t>
            </a:r>
          </a:p>
        </p:txBody>
      </p:sp>
      <p:sp>
        <p:nvSpPr>
          <p:cNvPr id="20" name="Text Placeholder 19"/>
          <p:cNvSpPr>
            <a:spLocks noGrp="1"/>
          </p:cNvSpPr>
          <p:nvPr>
            <p:ph type="body" idx="16393" hasCustomPrompt="1"/>
            <p:custDataLst>
              <p:tags r:id="rId13"/>
            </p:custDataLst>
          </p:nvPr>
        </p:nvSpPr>
        <p:spPr>
          <a:xfrm>
            <a:off x="2133600" y="5511800"/>
            <a:ext cx="9448800" cy="609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Enter title text here</a:t>
            </a:r>
          </a:p>
        </p:txBody>
      </p:sp>
    </p:spTree>
  </p:cSld>
  <p:clrMapOvr>
    <a:overrideClrMapping bg1="dk1" tx1="lt1" bg2="dk2" tx2="lt2" accent1="accent1" accent2="accent2" accent3="accent3" accent4="accent4" accent5="accent5" accent6="accent6" hlink="hlink" folHlink="folHlink"/>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Content_Slide-57_10">
    <p:bg>
      <p:bgRef idx="1001">
        <a:schemeClr val="bg2"/>
      </p:bgRef>
    </p:bg>
    <p:spTree>
      <p:nvGrpSpPr>
        <p:cNvPr id="1" name=""/>
        <p:cNvGrpSpPr/>
        <p:nvPr/>
      </p:nvGrpSpPr>
      <p:grpSpPr>
        <a:xfrm>
          <a:off x="0" y="0"/>
          <a:ext cx="0" cy="0"/>
          <a:chOff x="0" y="0"/>
          <a:chExt cx="0" cy="0"/>
        </a:xfrm>
      </p:grpSpPr>
      <p:sp>
        <p:nvSpPr>
          <p:cNvPr id="8" name="日期占位符 3"/>
          <p:cNvSpPr>
            <a:spLocks noGrp="1"/>
          </p:cNvSpPr>
          <p:nvPr>
            <p:ph type="dt" sz="half" idx="10"/>
            <p:custDataLst>
              <p:tags r:id="rId1"/>
            </p:custDataLst>
          </p:nvPr>
        </p:nvSpPr>
        <p:spPr/>
        <p:txBody>
          <a:bodyPr/>
          <a:lstStyle/>
          <a:p>
            <a:fld id="{760FBDFE-C587-4B4C-A407-44438C67B59E}" type="datetimeFigureOut">
              <a:rPr lang="zh-CN" altLang="en-US" smtClean="0"/>
              <a:t>2026/7/9</a:t>
            </a:fld>
            <a:endParaRPr lang="zh-CN" altLang="en-US"/>
          </a:p>
        </p:txBody>
      </p:sp>
      <p:sp>
        <p:nvSpPr>
          <p:cNvPr id="9" name="页脚占位符 4"/>
          <p:cNvSpPr>
            <a:spLocks noGrp="1"/>
          </p:cNvSpPr>
          <p:nvPr>
            <p:ph type="ftr" sz="quarter" idx="11"/>
            <p:custDataLst>
              <p:tags r:id="rId2"/>
            </p:custDataLst>
          </p:nvPr>
        </p:nvSpPr>
        <p:spPr/>
        <p:txBody>
          <a:bodyPr/>
          <a:lstStyle/>
          <a:p>
            <a:endParaRPr lang="zh-CN" altLang="en-US"/>
          </a:p>
        </p:txBody>
      </p:sp>
      <p:sp>
        <p:nvSpPr>
          <p:cNvPr id="10" name="灯片编号占位符 5"/>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11" name="Title 10"/>
          <p:cNvSpPr>
            <a:spLocks noGrp="1"/>
          </p:cNvSpPr>
          <p:nvPr>
            <p:ph type="ctrTitle" idx="16385" hasCustomPrompt="1"/>
            <p:custDataLst>
              <p:tags r:id="rId4"/>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pPr lvl="0"/>
            <a:r>
              <a:rPr lang="zh-CN" altLang="en-US"/>
              <a:t>Your slide title here</a:t>
            </a:r>
          </a:p>
        </p:txBody>
      </p:sp>
      <p:sp>
        <p:nvSpPr>
          <p:cNvPr id="12" name="装饰  1"/>
          <p:cNvSpPr>
            <a:spLocks noGrp="1"/>
          </p:cNvSpPr>
          <p:nvPr>
            <p:ph type="body" idx="16390" hasCustomPrompt="1"/>
            <p:custDataLst>
              <p:tags r:id="rId5"/>
            </p:custDataLst>
          </p:nvPr>
        </p:nvSpPr>
        <p:spPr>
          <a:xfrm>
            <a:off x="3149600" y="1524000"/>
            <a:ext cx="8432800" cy="2209800"/>
          </a:xfrm>
          <a:custGeom>
            <a:avLst/>
            <a:gdLst>
              <a:gd name="connisteX0" fmla="*/ 0 w 8432800"/>
              <a:gd name="connsiteY0" fmla="*/ 0 h 2209800"/>
              <a:gd name="connisteX1" fmla="*/ 8229600 w 8432800"/>
              <a:gd name="connsiteY1" fmla="*/ 0 h 2209800"/>
              <a:gd name="connisteX2" fmla="*/ 8432800 w 8432800"/>
              <a:gd name="connsiteY2" fmla="*/ 203200 h 2209800"/>
              <a:gd name="connisteX3" fmla="*/ 8432800 w 8432800"/>
              <a:gd name="connsiteY3" fmla="*/ 2006600 h 2209800"/>
              <a:gd name="connisteX4" fmla="*/ 8229600 w 8432800"/>
              <a:gd name="connsiteY4" fmla="*/ 2209800 h 2209800"/>
              <a:gd name="connisteX5" fmla="*/ 0 w 8432800"/>
              <a:gd name="connsiteY5" fmla="*/ 2209800 h 2209800"/>
              <a:gd name="connisteX6" fmla="*/ 0 w 8432800"/>
              <a:gd name="connsiteY6" fmla="*/ 0 h 2209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8432800" h="2209800">
                <a:moveTo>
                  <a:pt x="0" y="0"/>
                </a:moveTo>
                <a:lnTo>
                  <a:pt x="8229600" y="0"/>
                </a:lnTo>
                <a:cubicBezTo>
                  <a:pt x="8341824" y="0"/>
                  <a:pt x="8432800" y="90976"/>
                  <a:pt x="8432800" y="203200"/>
                </a:cubicBezTo>
                <a:lnTo>
                  <a:pt x="8432800" y="2006600"/>
                </a:lnTo>
                <a:cubicBezTo>
                  <a:pt x="8432800" y="2118824"/>
                  <a:pt x="8341824" y="2209800"/>
                  <a:pt x="8229600" y="2209800"/>
                </a:cubicBezTo>
                <a:lnTo>
                  <a:pt x="0" y="2209800"/>
                </a:lnTo>
                <a:lnTo>
                  <a:pt x="0" y="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marL="0" indent="0">
              <a:buNone/>
              <a:defRPr/>
            </a:lvl5pPr>
          </a:lstStyle>
          <a:p>
            <a:pPr lvl="4"/>
            <a:r>
              <a:rPr lang="zh-CN" altLang="en-US"/>
              <a:t> </a:t>
            </a:r>
          </a:p>
        </p:txBody>
      </p:sp>
      <p:sp>
        <p:nvSpPr>
          <p:cNvPr id="13" name="Picture Placeholder 12"/>
          <p:cNvSpPr>
            <a:spLocks noGrp="1"/>
          </p:cNvSpPr>
          <p:nvPr>
            <p:ph type="pic" idx="16391" hasCustomPrompt="1"/>
            <p:custDataLst>
              <p:tags r:id="rId6"/>
            </p:custDataLst>
          </p:nvPr>
        </p:nvSpPr>
        <p:spPr>
          <a:xfrm>
            <a:off x="609600" y="1524000"/>
            <a:ext cx="2540000" cy="2209800"/>
          </a:xfrm>
          <a:custGeom>
            <a:avLst/>
            <a:gdLst>
              <a:gd name="connisteX0" fmla="*/ 0 w 2540000"/>
              <a:gd name="connsiteY0" fmla="*/ 203200 h 2209800"/>
              <a:gd name="connisteX1" fmla="*/ 203200 w 2540000"/>
              <a:gd name="connsiteY1" fmla="*/ 0 h 2209800"/>
              <a:gd name="connisteX2" fmla="*/ 2540000 w 2540000"/>
              <a:gd name="connsiteY2" fmla="*/ 0 h 2209800"/>
              <a:gd name="connisteX3" fmla="*/ 2540000 w 2540000"/>
              <a:gd name="connsiteY3" fmla="*/ 2209800 h 2209800"/>
              <a:gd name="connisteX4" fmla="*/ 203200 w 2540000"/>
              <a:gd name="connsiteY4" fmla="*/ 2209800 h 2209800"/>
              <a:gd name="connisteX5" fmla="*/ 0 w 2540000"/>
              <a:gd name="connsiteY5" fmla="*/ 2006600 h 2209800"/>
              <a:gd name="connisteX6" fmla="*/ 0 w 2540000"/>
              <a:gd name="connsiteY6" fmla="*/ 203200 h 2209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2540000" h="2209800">
                <a:moveTo>
                  <a:pt x="0" y="203200"/>
                </a:moveTo>
                <a:cubicBezTo>
                  <a:pt x="0" y="90976"/>
                  <a:pt x="90976" y="0"/>
                  <a:pt x="203200" y="0"/>
                </a:cubicBezTo>
                <a:lnTo>
                  <a:pt x="2540000" y="0"/>
                </a:lnTo>
                <a:lnTo>
                  <a:pt x="2540000" y="2209800"/>
                </a:lnTo>
                <a:lnTo>
                  <a:pt x="203200" y="2209800"/>
                </a:lnTo>
                <a:cubicBezTo>
                  <a:pt x="90976" y="2209800"/>
                  <a:pt x="0" y="2118824"/>
                  <a:pt x="0" y="2006600"/>
                </a:cubicBezTo>
                <a:lnTo>
                  <a:pt x="0" y="2032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14" name="Text Placeholder 13"/>
          <p:cNvSpPr>
            <a:spLocks noGrp="1"/>
          </p:cNvSpPr>
          <p:nvPr>
            <p:ph type="body" idx="16386" hasCustomPrompt="1"/>
            <p:custDataLst>
              <p:tags r:id="rId7"/>
            </p:custDataLst>
          </p:nvPr>
        </p:nvSpPr>
        <p:spPr>
          <a:xfrm>
            <a:off x="3454400" y="1790700"/>
            <a:ext cx="7823200" cy="406400"/>
          </a:xfrm>
          <a:noFill/>
        </p:spPr>
        <p:txBody>
          <a:bodyPr lIns="0" tIns="0" rIns="0" bIns="0" anchor="t">
            <a:normAutofit/>
          </a:bodyPr>
          <a:lstStyle>
            <a:lvl1pPr marL="0" indent="0" algn="l">
              <a:lnSpc>
                <a:spcPct val="111000"/>
              </a:lnSpc>
              <a:buNone/>
              <a:defRPr sz="2400" b="0" spc="0">
                <a:solidFill>
                  <a:srgbClr val="FFFFFF"/>
                </a:solidFill>
              </a:defRPr>
            </a:lvl1pPr>
            <a:lvl5pPr marL="0" indent="0" algn="l">
              <a:lnSpc>
                <a:spcPct val="111000"/>
              </a:lnSpc>
              <a:spcBef>
                <a:spcPct val="0"/>
              </a:spcBef>
              <a:spcAft>
                <a:spcPct val="0"/>
              </a:spcAft>
              <a:buNone/>
              <a:defRPr/>
            </a:lvl5pPr>
          </a:lstStyle>
          <a:p>
            <a:pPr lvl="0"/>
            <a:r>
              <a:rPr lang="zh-CN" altLang="en-US"/>
              <a:t>Your item title here</a:t>
            </a:r>
          </a:p>
        </p:txBody>
      </p:sp>
      <p:sp>
        <p:nvSpPr>
          <p:cNvPr id="15" name="Text Placeholder 14"/>
          <p:cNvSpPr>
            <a:spLocks noGrp="1"/>
          </p:cNvSpPr>
          <p:nvPr>
            <p:ph type="body" idx="16387" hasCustomPrompt="1"/>
            <p:custDataLst>
              <p:tags r:id="rId8"/>
            </p:custDataLst>
          </p:nvPr>
        </p:nvSpPr>
        <p:spPr>
          <a:xfrm>
            <a:off x="3454400" y="2247900"/>
            <a:ext cx="7823200" cy="1219200"/>
          </a:xfrm>
          <a:noFill/>
        </p:spPr>
        <p:txBody>
          <a:bodyPr lIns="0" tIns="0" rIns="0" bIns="0" anchor="t">
            <a:normAutofit/>
          </a:bodyPr>
          <a:lstStyle>
            <a:lvl1pPr marL="0" indent="0" algn="l">
              <a:lnSpc>
                <a:spcPct val="125000"/>
              </a:lnSpc>
              <a:buNone/>
              <a:defRPr sz="1600" b="0" spc="0">
                <a:solidFill>
                  <a:srgbClr val="FFFFFF"/>
                </a:solidFill>
              </a:defRPr>
            </a:lvl1pPr>
            <a:lvl5pPr marL="0" indent="0" algn="l">
              <a:lnSpc>
                <a:spcPct val="125000"/>
              </a:lnSpc>
              <a:spcBef>
                <a:spcPct val="0"/>
              </a:spcBef>
              <a:spcAft>
                <a:spcPct val="0"/>
              </a:spcAft>
              <a:buNone/>
              <a:defRPr/>
            </a:lvl5pPr>
          </a:lstStyle>
          <a:p>
            <a:pPr lvl="0"/>
            <a:r>
              <a:rPr lang="zh-CN" altLang="en-US"/>
              <a:t>Enter title text here</a:t>
            </a:r>
          </a:p>
        </p:txBody>
      </p:sp>
      <p:sp>
        <p:nvSpPr>
          <p:cNvPr id="16" name="装饰  5"/>
          <p:cNvSpPr>
            <a:spLocks noGrp="1"/>
          </p:cNvSpPr>
          <p:nvPr>
            <p:ph type="body" idx="16392" hasCustomPrompt="1"/>
            <p:custDataLst>
              <p:tags r:id="rId9"/>
            </p:custDataLst>
          </p:nvPr>
        </p:nvSpPr>
        <p:spPr>
          <a:xfrm>
            <a:off x="3149600" y="4038600"/>
            <a:ext cx="8432800" cy="2209800"/>
          </a:xfrm>
          <a:custGeom>
            <a:avLst/>
            <a:gdLst>
              <a:gd name="connisteX0" fmla="*/ 0 w 8432800"/>
              <a:gd name="connsiteY0" fmla="*/ 0 h 2209800"/>
              <a:gd name="connisteX1" fmla="*/ 8229600 w 8432800"/>
              <a:gd name="connsiteY1" fmla="*/ 0 h 2209800"/>
              <a:gd name="connisteX2" fmla="*/ 8432800 w 8432800"/>
              <a:gd name="connsiteY2" fmla="*/ 203200 h 2209800"/>
              <a:gd name="connisteX3" fmla="*/ 8432800 w 8432800"/>
              <a:gd name="connsiteY3" fmla="*/ 2006600 h 2209800"/>
              <a:gd name="connisteX4" fmla="*/ 8229600 w 8432800"/>
              <a:gd name="connsiteY4" fmla="*/ 2209800 h 2209800"/>
              <a:gd name="connisteX5" fmla="*/ 0 w 8432800"/>
              <a:gd name="connsiteY5" fmla="*/ 2209800 h 2209800"/>
              <a:gd name="connisteX6" fmla="*/ 0 w 8432800"/>
              <a:gd name="connsiteY6" fmla="*/ 0 h 2209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8432800" h="2209800">
                <a:moveTo>
                  <a:pt x="0" y="0"/>
                </a:moveTo>
                <a:lnTo>
                  <a:pt x="8229600" y="0"/>
                </a:lnTo>
                <a:cubicBezTo>
                  <a:pt x="8341824" y="0"/>
                  <a:pt x="8432800" y="90976"/>
                  <a:pt x="8432800" y="203200"/>
                </a:cubicBezTo>
                <a:lnTo>
                  <a:pt x="8432800" y="2006600"/>
                </a:lnTo>
                <a:cubicBezTo>
                  <a:pt x="8432800" y="2118824"/>
                  <a:pt x="8341824" y="2209800"/>
                  <a:pt x="8229600" y="2209800"/>
                </a:cubicBezTo>
                <a:lnTo>
                  <a:pt x="0" y="2209800"/>
                </a:lnTo>
                <a:lnTo>
                  <a:pt x="0" y="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marL="0" indent="0">
              <a:buNone/>
              <a:defRPr/>
            </a:lvl5pPr>
          </a:lstStyle>
          <a:p>
            <a:pPr lvl="4"/>
            <a:r>
              <a:rPr lang="zh-CN" altLang="en-US"/>
              <a:t> </a:t>
            </a:r>
          </a:p>
        </p:txBody>
      </p:sp>
      <p:sp>
        <p:nvSpPr>
          <p:cNvPr id="17" name="Picture Placeholder 16"/>
          <p:cNvSpPr>
            <a:spLocks noGrp="1"/>
          </p:cNvSpPr>
          <p:nvPr>
            <p:ph type="pic" idx="16393" hasCustomPrompt="1"/>
            <p:custDataLst>
              <p:tags r:id="rId10"/>
            </p:custDataLst>
          </p:nvPr>
        </p:nvSpPr>
        <p:spPr>
          <a:xfrm>
            <a:off x="609600" y="4038600"/>
            <a:ext cx="2540000" cy="2209800"/>
          </a:xfrm>
          <a:custGeom>
            <a:avLst/>
            <a:gdLst>
              <a:gd name="connisteX0" fmla="*/ 0 w 2540000"/>
              <a:gd name="connsiteY0" fmla="*/ 203200 h 2209800"/>
              <a:gd name="connisteX1" fmla="*/ 203200 w 2540000"/>
              <a:gd name="connsiteY1" fmla="*/ 0 h 2209800"/>
              <a:gd name="connisteX2" fmla="*/ 2540000 w 2540000"/>
              <a:gd name="connsiteY2" fmla="*/ 0 h 2209800"/>
              <a:gd name="connisteX3" fmla="*/ 2540000 w 2540000"/>
              <a:gd name="connsiteY3" fmla="*/ 2209800 h 2209800"/>
              <a:gd name="connisteX4" fmla="*/ 203200 w 2540000"/>
              <a:gd name="connsiteY4" fmla="*/ 2209800 h 2209800"/>
              <a:gd name="connisteX5" fmla="*/ 0 w 2540000"/>
              <a:gd name="connsiteY5" fmla="*/ 2006600 h 2209800"/>
              <a:gd name="connisteX6" fmla="*/ 0 w 2540000"/>
              <a:gd name="connsiteY6" fmla="*/ 203200 h 2209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2540000" h="2209800">
                <a:moveTo>
                  <a:pt x="0" y="203200"/>
                </a:moveTo>
                <a:cubicBezTo>
                  <a:pt x="0" y="90976"/>
                  <a:pt x="90976" y="0"/>
                  <a:pt x="203200" y="0"/>
                </a:cubicBezTo>
                <a:lnTo>
                  <a:pt x="2540000" y="0"/>
                </a:lnTo>
                <a:lnTo>
                  <a:pt x="2540000" y="2209800"/>
                </a:lnTo>
                <a:lnTo>
                  <a:pt x="203200" y="2209800"/>
                </a:lnTo>
                <a:cubicBezTo>
                  <a:pt x="90976" y="2209800"/>
                  <a:pt x="0" y="2118824"/>
                  <a:pt x="0" y="2006600"/>
                </a:cubicBezTo>
                <a:lnTo>
                  <a:pt x="0" y="2032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18" name="Text Placeholder 17"/>
          <p:cNvSpPr>
            <a:spLocks noGrp="1"/>
          </p:cNvSpPr>
          <p:nvPr>
            <p:ph type="body" idx="16388" hasCustomPrompt="1"/>
            <p:custDataLst>
              <p:tags r:id="rId11"/>
            </p:custDataLst>
          </p:nvPr>
        </p:nvSpPr>
        <p:spPr>
          <a:xfrm>
            <a:off x="3454400" y="4305300"/>
            <a:ext cx="7823200" cy="406400"/>
          </a:xfrm>
          <a:noFill/>
        </p:spPr>
        <p:txBody>
          <a:bodyPr lIns="0" tIns="0" rIns="0" bIns="0" anchor="t">
            <a:normAutofit/>
          </a:bodyPr>
          <a:lstStyle>
            <a:lvl1pPr marL="0" indent="0" algn="l">
              <a:lnSpc>
                <a:spcPct val="111000"/>
              </a:lnSpc>
              <a:buNone/>
              <a:defRPr sz="2400" b="0" spc="0">
                <a:solidFill>
                  <a:srgbClr val="FFFFFF"/>
                </a:solidFill>
              </a:defRPr>
            </a:lvl1pPr>
            <a:lvl5pPr marL="0" indent="0" algn="l">
              <a:lnSpc>
                <a:spcPct val="111000"/>
              </a:lnSpc>
              <a:spcBef>
                <a:spcPct val="0"/>
              </a:spcBef>
              <a:spcAft>
                <a:spcPct val="0"/>
              </a:spcAft>
              <a:buNone/>
              <a:defRPr/>
            </a:lvl5pPr>
          </a:lstStyle>
          <a:p>
            <a:pPr lvl="0"/>
            <a:r>
              <a:rPr lang="zh-CN" altLang="en-US"/>
              <a:t>Your item title here</a:t>
            </a:r>
          </a:p>
        </p:txBody>
      </p:sp>
      <p:sp>
        <p:nvSpPr>
          <p:cNvPr id="19" name="Text Placeholder 18"/>
          <p:cNvSpPr>
            <a:spLocks noGrp="1"/>
          </p:cNvSpPr>
          <p:nvPr>
            <p:ph type="body" idx="16389" hasCustomPrompt="1"/>
            <p:custDataLst>
              <p:tags r:id="rId12"/>
            </p:custDataLst>
          </p:nvPr>
        </p:nvSpPr>
        <p:spPr>
          <a:xfrm>
            <a:off x="3454400" y="4762500"/>
            <a:ext cx="7823200" cy="1219200"/>
          </a:xfrm>
          <a:noFill/>
        </p:spPr>
        <p:txBody>
          <a:bodyPr lIns="0" tIns="0" rIns="0" bIns="0" anchor="t">
            <a:normAutofit/>
          </a:bodyPr>
          <a:lstStyle>
            <a:lvl1pPr marL="0" indent="0" algn="l">
              <a:lnSpc>
                <a:spcPct val="125000"/>
              </a:lnSpc>
              <a:buNone/>
              <a:defRPr sz="1600" b="0" spc="0">
                <a:solidFill>
                  <a:srgbClr val="FFFFFF"/>
                </a:solidFill>
              </a:defRPr>
            </a:lvl1pPr>
            <a:lvl5pPr marL="0" indent="0" algn="l">
              <a:lnSpc>
                <a:spcPct val="125000"/>
              </a:lnSpc>
              <a:spcBef>
                <a:spcPct val="0"/>
              </a:spcBef>
              <a:spcAft>
                <a:spcPct val="0"/>
              </a:spcAft>
              <a:buNone/>
              <a:defRPr/>
            </a:lvl5pPr>
          </a:lstStyle>
          <a:p>
            <a:pPr lvl="0"/>
            <a:r>
              <a:rPr lang="zh-CN" altLang="en-US"/>
              <a:t>Enter title text here</a:t>
            </a:r>
          </a:p>
        </p:txBody>
      </p:sp>
    </p:spTree>
  </p:cSld>
  <p:clrMapOvr>
    <a:overrideClrMapping bg1="dk1" tx1="lt1" bg2="dk2" tx2="lt2" accent1="accent1" accent2="accent2" accent3="accent3" accent4="accent4" accent5="accent5" accent6="accent6" hlink="hlink" folHlink="folHlink"/>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Content_Slide-2_12">
    <p:bg>
      <p:bgRef idx="1001">
        <a:schemeClr val="bg2"/>
      </p:bgRef>
    </p:bg>
    <p:spTree>
      <p:nvGrpSpPr>
        <p:cNvPr id="1" name=""/>
        <p:cNvGrpSpPr/>
        <p:nvPr/>
      </p:nvGrpSpPr>
      <p:grpSpPr>
        <a:xfrm>
          <a:off x="0" y="0"/>
          <a:ext cx="0" cy="0"/>
          <a:chOff x="0" y="0"/>
          <a:chExt cx="0" cy="0"/>
        </a:xfrm>
      </p:grpSpPr>
      <p:sp>
        <p:nvSpPr>
          <p:cNvPr id="8" name="日期占位符 3"/>
          <p:cNvSpPr>
            <a:spLocks noGrp="1"/>
          </p:cNvSpPr>
          <p:nvPr>
            <p:ph type="dt" sz="half" idx="10"/>
            <p:custDataLst>
              <p:tags r:id="rId1"/>
            </p:custDataLst>
          </p:nvPr>
        </p:nvSpPr>
        <p:spPr/>
        <p:txBody>
          <a:bodyPr/>
          <a:lstStyle/>
          <a:p>
            <a:fld id="{760FBDFE-C587-4B4C-A407-44438C67B59E}" type="datetimeFigureOut">
              <a:rPr lang="zh-CN" altLang="en-US" smtClean="0"/>
              <a:t>2026/7/9</a:t>
            </a:fld>
            <a:endParaRPr lang="zh-CN" altLang="en-US"/>
          </a:p>
        </p:txBody>
      </p:sp>
      <p:sp>
        <p:nvSpPr>
          <p:cNvPr id="9" name="页脚占位符 4"/>
          <p:cNvSpPr>
            <a:spLocks noGrp="1"/>
          </p:cNvSpPr>
          <p:nvPr>
            <p:ph type="ftr" sz="quarter" idx="11"/>
            <p:custDataLst>
              <p:tags r:id="rId2"/>
            </p:custDataLst>
          </p:nvPr>
        </p:nvSpPr>
        <p:spPr/>
        <p:txBody>
          <a:bodyPr/>
          <a:lstStyle/>
          <a:p>
            <a:endParaRPr lang="zh-CN" altLang="en-US"/>
          </a:p>
        </p:txBody>
      </p:sp>
      <p:sp>
        <p:nvSpPr>
          <p:cNvPr id="10" name="灯片编号占位符 5"/>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11" name="Title 10"/>
          <p:cNvSpPr>
            <a:spLocks noGrp="1"/>
          </p:cNvSpPr>
          <p:nvPr>
            <p:ph type="ctrTitle" idx="16385" hasCustomPrompt="1"/>
            <p:custDataLst>
              <p:tags r:id="rId4"/>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pPr lvl="0"/>
            <a:r>
              <a:t>Your slide title here</a:t>
            </a:r>
          </a:p>
        </p:txBody>
      </p:sp>
      <p:sp>
        <p:nvSpPr>
          <p:cNvPr id="12" name="装饰  1"/>
          <p:cNvSpPr>
            <a:spLocks noGrp="1"/>
          </p:cNvSpPr>
          <p:nvPr>
            <p:ph type="body" idx="16390" hasCustomPrompt="1"/>
            <p:custDataLst>
              <p:tags r:id="rId5"/>
            </p:custDataLst>
          </p:nvPr>
        </p:nvSpPr>
        <p:spPr>
          <a:xfrm>
            <a:off x="3149600" y="1524000"/>
            <a:ext cx="8432800" cy="2209800"/>
          </a:xfrm>
          <a:custGeom>
            <a:avLst/>
            <a:gdLst>
              <a:gd name="connisteX0" fmla="*/ 0 w 8432800"/>
              <a:gd name="connsiteY0" fmla="*/ 0 h 2209800"/>
              <a:gd name="connisteX1" fmla="*/ 8229600 w 8432800"/>
              <a:gd name="connsiteY1" fmla="*/ 0 h 2209800"/>
              <a:gd name="connisteX2" fmla="*/ 8432800 w 8432800"/>
              <a:gd name="connsiteY2" fmla="*/ 203200 h 2209800"/>
              <a:gd name="connisteX3" fmla="*/ 8432800 w 8432800"/>
              <a:gd name="connsiteY3" fmla="*/ 2006600 h 2209800"/>
              <a:gd name="connisteX4" fmla="*/ 8229600 w 8432800"/>
              <a:gd name="connsiteY4" fmla="*/ 2209800 h 2209800"/>
              <a:gd name="connisteX5" fmla="*/ 0 w 8432800"/>
              <a:gd name="connsiteY5" fmla="*/ 2209800 h 2209800"/>
              <a:gd name="connisteX6" fmla="*/ 0 w 8432800"/>
              <a:gd name="connsiteY6" fmla="*/ 0 h 2209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8432800" h="2209800">
                <a:moveTo>
                  <a:pt x="0" y="0"/>
                </a:moveTo>
                <a:lnTo>
                  <a:pt x="8229600" y="0"/>
                </a:lnTo>
                <a:cubicBezTo>
                  <a:pt x="8341824" y="0"/>
                  <a:pt x="8432800" y="90976"/>
                  <a:pt x="8432800" y="203200"/>
                </a:cubicBezTo>
                <a:lnTo>
                  <a:pt x="8432800" y="2006600"/>
                </a:lnTo>
                <a:cubicBezTo>
                  <a:pt x="8432800" y="2118824"/>
                  <a:pt x="8341824" y="2209800"/>
                  <a:pt x="8229600" y="2209800"/>
                </a:cubicBezTo>
                <a:lnTo>
                  <a:pt x="0" y="2209800"/>
                </a:lnTo>
                <a:lnTo>
                  <a:pt x="0" y="0"/>
                </a:lnTo>
                <a:close/>
              </a:path>
            </a:pathLst>
          </a:custGeom>
          <a:gradFill>
            <a:gsLst>
              <a:gs pos="0">
                <a:schemeClr val="accent1">
                  <a:lumMod val="50000"/>
                </a:schemeClr>
              </a:gs>
              <a:gs pos="100000">
                <a:schemeClr val="accent1">
                  <a:lumMod val="5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marL="0" indent="0">
              <a:buNone/>
              <a:defRPr/>
            </a:lvl5pPr>
          </a:lstStyle>
          <a:p>
            <a:pPr lvl="4"/>
            <a:r>
              <a:rPr lang="zh-CN" altLang="en-US"/>
              <a:t> </a:t>
            </a:r>
          </a:p>
        </p:txBody>
      </p:sp>
      <p:sp>
        <p:nvSpPr>
          <p:cNvPr id="13" name="Picture Placeholder 12"/>
          <p:cNvSpPr>
            <a:spLocks noGrp="1"/>
          </p:cNvSpPr>
          <p:nvPr>
            <p:ph type="pic" idx="16391" hasCustomPrompt="1"/>
            <p:custDataLst>
              <p:tags r:id="rId6"/>
            </p:custDataLst>
          </p:nvPr>
        </p:nvSpPr>
        <p:spPr>
          <a:xfrm>
            <a:off x="609600" y="1524000"/>
            <a:ext cx="2540000" cy="2209800"/>
          </a:xfrm>
          <a:custGeom>
            <a:avLst/>
            <a:gdLst>
              <a:gd name="connisteX0" fmla="*/ 0 w 2540000"/>
              <a:gd name="connsiteY0" fmla="*/ 203200 h 2209800"/>
              <a:gd name="connisteX1" fmla="*/ 203200 w 2540000"/>
              <a:gd name="connsiteY1" fmla="*/ 0 h 2209800"/>
              <a:gd name="connisteX2" fmla="*/ 2540000 w 2540000"/>
              <a:gd name="connsiteY2" fmla="*/ 0 h 2209800"/>
              <a:gd name="connisteX3" fmla="*/ 2540000 w 2540000"/>
              <a:gd name="connsiteY3" fmla="*/ 2209800 h 2209800"/>
              <a:gd name="connisteX4" fmla="*/ 203200 w 2540000"/>
              <a:gd name="connsiteY4" fmla="*/ 2209800 h 2209800"/>
              <a:gd name="connisteX5" fmla="*/ 0 w 2540000"/>
              <a:gd name="connsiteY5" fmla="*/ 2006600 h 2209800"/>
              <a:gd name="connisteX6" fmla="*/ 0 w 2540000"/>
              <a:gd name="connsiteY6" fmla="*/ 203200 h 2209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2540000" h="2209800">
                <a:moveTo>
                  <a:pt x="0" y="203200"/>
                </a:moveTo>
                <a:cubicBezTo>
                  <a:pt x="0" y="90976"/>
                  <a:pt x="90976" y="0"/>
                  <a:pt x="203200" y="0"/>
                </a:cubicBezTo>
                <a:lnTo>
                  <a:pt x="2540000" y="0"/>
                </a:lnTo>
                <a:lnTo>
                  <a:pt x="2540000" y="2209800"/>
                </a:lnTo>
                <a:lnTo>
                  <a:pt x="203200" y="2209800"/>
                </a:lnTo>
                <a:cubicBezTo>
                  <a:pt x="90976" y="2209800"/>
                  <a:pt x="0" y="2118824"/>
                  <a:pt x="0" y="2006600"/>
                </a:cubicBezTo>
                <a:lnTo>
                  <a:pt x="0" y="2032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14" name="Text Placeholder 13"/>
          <p:cNvSpPr>
            <a:spLocks noGrp="1"/>
          </p:cNvSpPr>
          <p:nvPr>
            <p:ph type="body" idx="16386" hasCustomPrompt="1"/>
            <p:custDataLst>
              <p:tags r:id="rId7"/>
            </p:custDataLst>
          </p:nvPr>
        </p:nvSpPr>
        <p:spPr>
          <a:xfrm>
            <a:off x="3454400" y="1892300"/>
            <a:ext cx="7823200" cy="406400"/>
          </a:xfrm>
          <a:noFill/>
        </p:spPr>
        <p:txBody>
          <a:bodyPr lIns="0" tIns="0" rIns="0" bIns="0" anchor="t">
            <a:normAutofit/>
          </a:bodyPr>
          <a:lstStyle>
            <a:lvl1pPr marL="0" indent="0" algn="l">
              <a:lnSpc>
                <a:spcPct val="111000"/>
              </a:lnSpc>
              <a:buNone/>
              <a:defRPr sz="2400" b="0" spc="0">
                <a:solidFill>
                  <a:schemeClr val="tx1"/>
                </a:solidFill>
              </a:defRPr>
            </a:lvl1pPr>
            <a:lvl5pPr marL="0" indent="0" algn="l">
              <a:lnSpc>
                <a:spcPct val="111000"/>
              </a:lnSpc>
              <a:spcBef>
                <a:spcPct val="0"/>
              </a:spcBef>
              <a:spcAft>
                <a:spcPct val="0"/>
              </a:spcAft>
              <a:buNone/>
              <a:defRPr/>
            </a:lvl5pPr>
          </a:lstStyle>
          <a:p>
            <a:pPr lvl="0"/>
            <a:r>
              <a:rPr lang="zh-CN" altLang="en-US"/>
              <a:t>Your item title here</a:t>
            </a:r>
          </a:p>
        </p:txBody>
      </p:sp>
      <p:sp>
        <p:nvSpPr>
          <p:cNvPr id="15" name="Text Placeholder 14"/>
          <p:cNvSpPr>
            <a:spLocks noGrp="1"/>
          </p:cNvSpPr>
          <p:nvPr>
            <p:ph type="body" idx="16387" hasCustomPrompt="1"/>
            <p:custDataLst>
              <p:tags r:id="rId8"/>
            </p:custDataLst>
          </p:nvPr>
        </p:nvSpPr>
        <p:spPr>
          <a:xfrm>
            <a:off x="3454400" y="2451100"/>
            <a:ext cx="7823200" cy="914400"/>
          </a:xfrm>
          <a:noFill/>
        </p:spPr>
        <p:txBody>
          <a:bodyPr lIns="0" tIns="0" rIns="0" bIns="0" anchor="t">
            <a:normAutofit/>
          </a:bodyPr>
          <a:lstStyle>
            <a:lvl1pPr marL="0" indent="0" algn="l">
              <a:lnSpc>
                <a:spcPct val="125000"/>
              </a:lnSpc>
              <a:buNone/>
              <a:defRPr sz="1600" b="0" spc="0">
                <a:solidFill>
                  <a:schemeClr val="tx1"/>
                </a:solidFill>
              </a:defRPr>
            </a:lvl1pPr>
            <a:lvl5pPr marL="0" indent="0" algn="l">
              <a:lnSpc>
                <a:spcPct val="125000"/>
              </a:lnSpc>
              <a:spcBef>
                <a:spcPct val="0"/>
              </a:spcBef>
              <a:spcAft>
                <a:spcPct val="0"/>
              </a:spcAft>
              <a:buNone/>
              <a:defRPr/>
            </a:lvl5pPr>
          </a:lstStyle>
          <a:p>
            <a:pPr lvl="0"/>
            <a:r>
              <a:rPr lang="zh-CN" altLang="en-US"/>
              <a:t>Enter title text here</a:t>
            </a:r>
          </a:p>
        </p:txBody>
      </p:sp>
      <p:sp>
        <p:nvSpPr>
          <p:cNvPr id="16" name="装饰  5"/>
          <p:cNvSpPr>
            <a:spLocks noGrp="1"/>
          </p:cNvSpPr>
          <p:nvPr>
            <p:ph type="body" idx="16392" hasCustomPrompt="1"/>
            <p:custDataLst>
              <p:tags r:id="rId9"/>
            </p:custDataLst>
          </p:nvPr>
        </p:nvSpPr>
        <p:spPr>
          <a:xfrm>
            <a:off x="3149600" y="4038600"/>
            <a:ext cx="8432800" cy="2209800"/>
          </a:xfrm>
          <a:custGeom>
            <a:avLst/>
            <a:gdLst>
              <a:gd name="connisteX0" fmla="*/ 0 w 8432800"/>
              <a:gd name="connsiteY0" fmla="*/ 0 h 2209800"/>
              <a:gd name="connisteX1" fmla="*/ 8229600 w 8432800"/>
              <a:gd name="connsiteY1" fmla="*/ 0 h 2209800"/>
              <a:gd name="connisteX2" fmla="*/ 8432800 w 8432800"/>
              <a:gd name="connsiteY2" fmla="*/ 203200 h 2209800"/>
              <a:gd name="connisteX3" fmla="*/ 8432800 w 8432800"/>
              <a:gd name="connsiteY3" fmla="*/ 2006600 h 2209800"/>
              <a:gd name="connisteX4" fmla="*/ 8229600 w 8432800"/>
              <a:gd name="connsiteY4" fmla="*/ 2209800 h 2209800"/>
              <a:gd name="connisteX5" fmla="*/ 0 w 8432800"/>
              <a:gd name="connsiteY5" fmla="*/ 2209800 h 2209800"/>
              <a:gd name="connisteX6" fmla="*/ 0 w 8432800"/>
              <a:gd name="connsiteY6" fmla="*/ 0 h 2209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8432800" h="2209800">
                <a:moveTo>
                  <a:pt x="0" y="0"/>
                </a:moveTo>
                <a:lnTo>
                  <a:pt x="8229600" y="0"/>
                </a:lnTo>
                <a:cubicBezTo>
                  <a:pt x="8341824" y="0"/>
                  <a:pt x="8432800" y="90976"/>
                  <a:pt x="8432800" y="203200"/>
                </a:cubicBezTo>
                <a:lnTo>
                  <a:pt x="8432800" y="2006600"/>
                </a:lnTo>
                <a:cubicBezTo>
                  <a:pt x="8432800" y="2118824"/>
                  <a:pt x="8341824" y="2209800"/>
                  <a:pt x="8229600" y="2209800"/>
                </a:cubicBezTo>
                <a:lnTo>
                  <a:pt x="0" y="2209800"/>
                </a:lnTo>
                <a:lnTo>
                  <a:pt x="0" y="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marL="0" indent="0">
              <a:buNone/>
              <a:defRPr/>
            </a:lvl5pPr>
          </a:lstStyle>
          <a:p>
            <a:pPr lvl="4"/>
            <a:r>
              <a:rPr lang="zh-CN" altLang="en-US"/>
              <a:t> </a:t>
            </a:r>
          </a:p>
        </p:txBody>
      </p:sp>
      <p:sp>
        <p:nvSpPr>
          <p:cNvPr id="17" name="Picture Placeholder 16"/>
          <p:cNvSpPr>
            <a:spLocks noGrp="1"/>
          </p:cNvSpPr>
          <p:nvPr>
            <p:ph type="pic" idx="16393" hasCustomPrompt="1"/>
            <p:custDataLst>
              <p:tags r:id="rId10"/>
            </p:custDataLst>
          </p:nvPr>
        </p:nvSpPr>
        <p:spPr>
          <a:xfrm>
            <a:off x="609600" y="4038600"/>
            <a:ext cx="2540000" cy="2209800"/>
          </a:xfrm>
          <a:custGeom>
            <a:avLst/>
            <a:gdLst>
              <a:gd name="connisteX0" fmla="*/ 0 w 2540000"/>
              <a:gd name="connsiteY0" fmla="*/ 203200 h 2209800"/>
              <a:gd name="connisteX1" fmla="*/ 203200 w 2540000"/>
              <a:gd name="connsiteY1" fmla="*/ 0 h 2209800"/>
              <a:gd name="connisteX2" fmla="*/ 2540000 w 2540000"/>
              <a:gd name="connsiteY2" fmla="*/ 0 h 2209800"/>
              <a:gd name="connisteX3" fmla="*/ 2540000 w 2540000"/>
              <a:gd name="connsiteY3" fmla="*/ 2209800 h 2209800"/>
              <a:gd name="connisteX4" fmla="*/ 203200 w 2540000"/>
              <a:gd name="connsiteY4" fmla="*/ 2209800 h 2209800"/>
              <a:gd name="connisteX5" fmla="*/ 0 w 2540000"/>
              <a:gd name="connsiteY5" fmla="*/ 2006600 h 2209800"/>
              <a:gd name="connisteX6" fmla="*/ 0 w 2540000"/>
              <a:gd name="connsiteY6" fmla="*/ 203200 h 2209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2540000" h="2209800">
                <a:moveTo>
                  <a:pt x="0" y="203200"/>
                </a:moveTo>
                <a:cubicBezTo>
                  <a:pt x="0" y="90976"/>
                  <a:pt x="90976" y="0"/>
                  <a:pt x="203200" y="0"/>
                </a:cubicBezTo>
                <a:lnTo>
                  <a:pt x="2540000" y="0"/>
                </a:lnTo>
                <a:lnTo>
                  <a:pt x="2540000" y="2209800"/>
                </a:lnTo>
                <a:lnTo>
                  <a:pt x="203200" y="2209800"/>
                </a:lnTo>
                <a:cubicBezTo>
                  <a:pt x="90976" y="2209800"/>
                  <a:pt x="0" y="2118824"/>
                  <a:pt x="0" y="2006600"/>
                </a:cubicBezTo>
                <a:lnTo>
                  <a:pt x="0" y="2032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18" name="Text Placeholder 17"/>
          <p:cNvSpPr>
            <a:spLocks noGrp="1"/>
          </p:cNvSpPr>
          <p:nvPr>
            <p:ph type="body" idx="16388" hasCustomPrompt="1"/>
            <p:custDataLst>
              <p:tags r:id="rId11"/>
            </p:custDataLst>
          </p:nvPr>
        </p:nvSpPr>
        <p:spPr>
          <a:xfrm>
            <a:off x="3454400" y="4406900"/>
            <a:ext cx="7823200" cy="406400"/>
          </a:xfrm>
          <a:noFill/>
        </p:spPr>
        <p:txBody>
          <a:bodyPr lIns="0" tIns="0" rIns="0" bIns="0" anchor="t">
            <a:normAutofit/>
          </a:bodyPr>
          <a:lstStyle>
            <a:lvl1pPr marL="0" indent="0" algn="l">
              <a:lnSpc>
                <a:spcPct val="111000"/>
              </a:lnSpc>
              <a:buNone/>
              <a:defRPr sz="2400" b="0" spc="0">
                <a:solidFill>
                  <a:srgbClr val="FFFFFF"/>
                </a:solidFill>
              </a:defRPr>
            </a:lvl1pPr>
            <a:lvl5pPr marL="0" indent="0" algn="l">
              <a:lnSpc>
                <a:spcPct val="111000"/>
              </a:lnSpc>
              <a:spcBef>
                <a:spcPct val="0"/>
              </a:spcBef>
              <a:spcAft>
                <a:spcPct val="0"/>
              </a:spcAft>
              <a:buNone/>
              <a:defRPr/>
            </a:lvl5pPr>
          </a:lstStyle>
          <a:p>
            <a:pPr lvl="0"/>
            <a:r>
              <a:rPr lang="zh-CN" altLang="en-US"/>
              <a:t>Your item title here</a:t>
            </a:r>
          </a:p>
        </p:txBody>
      </p:sp>
      <p:sp>
        <p:nvSpPr>
          <p:cNvPr id="19" name="Text Placeholder 18"/>
          <p:cNvSpPr>
            <a:spLocks noGrp="1"/>
          </p:cNvSpPr>
          <p:nvPr>
            <p:ph type="body" idx="16389" hasCustomPrompt="1"/>
            <p:custDataLst>
              <p:tags r:id="rId12"/>
            </p:custDataLst>
          </p:nvPr>
        </p:nvSpPr>
        <p:spPr>
          <a:xfrm>
            <a:off x="3454400" y="4965700"/>
            <a:ext cx="7823200" cy="914400"/>
          </a:xfrm>
          <a:noFill/>
        </p:spPr>
        <p:txBody>
          <a:bodyPr lIns="0" tIns="0" rIns="0" bIns="0" anchor="t">
            <a:normAutofit/>
          </a:bodyPr>
          <a:lstStyle>
            <a:lvl1pPr marL="0" indent="0" algn="l">
              <a:lnSpc>
                <a:spcPct val="125000"/>
              </a:lnSpc>
              <a:buNone/>
              <a:defRPr sz="1600" b="0" spc="0">
                <a:solidFill>
                  <a:srgbClr val="FFFFFF"/>
                </a:solidFill>
              </a:defRPr>
            </a:lvl1pPr>
            <a:lvl5pPr marL="0" indent="0" algn="l">
              <a:lnSpc>
                <a:spcPct val="125000"/>
              </a:lnSpc>
              <a:spcBef>
                <a:spcPct val="0"/>
              </a:spcBef>
              <a:spcAft>
                <a:spcPct val="0"/>
              </a:spcAft>
              <a:buNone/>
              <a:defRPr/>
            </a:lvl5pPr>
          </a:lstStyle>
          <a:p>
            <a:pPr lvl="0"/>
            <a:r>
              <a:rPr lang="zh-CN" altLang="en-US"/>
              <a:t>Enter title text here</a:t>
            </a:r>
          </a:p>
        </p:txBody>
      </p:sp>
    </p:spTree>
  </p:cSld>
  <p:clrMapOvr>
    <a:overrideClrMapping bg1="dk1" tx1="lt1" bg2="dk2" tx2="lt2" accent1="accent1" accent2="accent2" accent3="accent3" accent4="accent4" accent5="accent5" accent6="accent6" hlink="hlink" folHlink="folHlink"/>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Content_Slide-10013_4">
    <p:bg>
      <p:bgRef idx="1001">
        <a:schemeClr val="bg2"/>
      </p:bgRef>
    </p:bg>
    <p:spTree>
      <p:nvGrpSpPr>
        <p:cNvPr id="1" name=""/>
        <p:cNvGrpSpPr/>
        <p:nvPr/>
      </p:nvGrpSpPr>
      <p:grpSpPr>
        <a:xfrm>
          <a:off x="0" y="0"/>
          <a:ext cx="0" cy="0"/>
          <a:chOff x="0" y="0"/>
          <a:chExt cx="0" cy="0"/>
        </a:xfrm>
      </p:grpSpPr>
      <p:sp>
        <p:nvSpPr>
          <p:cNvPr id="8" name="日期占位符 3"/>
          <p:cNvSpPr>
            <a:spLocks noGrp="1"/>
          </p:cNvSpPr>
          <p:nvPr>
            <p:ph type="dt" sz="half" idx="10"/>
            <p:custDataLst>
              <p:tags r:id="rId1"/>
            </p:custDataLst>
          </p:nvPr>
        </p:nvSpPr>
        <p:spPr/>
        <p:txBody>
          <a:bodyPr/>
          <a:lstStyle/>
          <a:p>
            <a:fld id="{760FBDFE-C587-4B4C-A407-44438C67B59E}" type="datetimeFigureOut">
              <a:rPr lang="zh-CN" altLang="en-US" smtClean="0"/>
              <a:t>2026/7/9</a:t>
            </a:fld>
            <a:endParaRPr lang="zh-CN" altLang="en-US"/>
          </a:p>
        </p:txBody>
      </p:sp>
      <p:sp>
        <p:nvSpPr>
          <p:cNvPr id="9" name="页脚占位符 4"/>
          <p:cNvSpPr>
            <a:spLocks noGrp="1"/>
          </p:cNvSpPr>
          <p:nvPr>
            <p:ph type="ftr" sz="quarter" idx="11"/>
            <p:custDataLst>
              <p:tags r:id="rId2"/>
            </p:custDataLst>
          </p:nvPr>
        </p:nvSpPr>
        <p:spPr/>
        <p:txBody>
          <a:bodyPr/>
          <a:lstStyle/>
          <a:p>
            <a:endParaRPr lang="zh-CN" altLang="en-US"/>
          </a:p>
        </p:txBody>
      </p:sp>
      <p:sp>
        <p:nvSpPr>
          <p:cNvPr id="10" name="灯片编号占位符 5"/>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11" name="Title 10"/>
          <p:cNvSpPr>
            <a:spLocks noGrp="1"/>
          </p:cNvSpPr>
          <p:nvPr>
            <p:ph type="ctrTitle" idx="16385" hasCustomPrompt="1"/>
            <p:custDataLst>
              <p:tags r:id="rId4"/>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pPr lvl="0"/>
            <a:r>
              <a:t>Your slide title here</a:t>
            </a:r>
          </a:p>
        </p:txBody>
      </p:sp>
      <p:sp>
        <p:nvSpPr>
          <p:cNvPr id="12" name="Content Placeholder 11"/>
          <p:cNvSpPr>
            <a:spLocks noGrp="1"/>
          </p:cNvSpPr>
          <p:nvPr>
            <p:ph idx="16388" hasCustomPrompt="1"/>
            <p:custDataLst>
              <p:tags r:id="rId5"/>
            </p:custDataLst>
          </p:nvPr>
        </p:nvSpPr>
        <p:spPr>
          <a:xfrm>
            <a:off x="609600" y="1524000"/>
            <a:ext cx="10972800" cy="2489200"/>
          </a:xfrm>
          <a:custGeom>
            <a:avLst/>
            <a:gdLst>
              <a:gd name="connisteX0" fmla="*/ 0 w 10972800"/>
              <a:gd name="connsiteY0" fmla="*/ 203200 h 2489200"/>
              <a:gd name="connisteX1" fmla="*/ 203200 w 10972800"/>
              <a:gd name="connsiteY1" fmla="*/ 0 h 2489200"/>
              <a:gd name="connisteX2" fmla="*/ 10769600 w 10972800"/>
              <a:gd name="connsiteY2" fmla="*/ 0 h 2489200"/>
              <a:gd name="connisteX3" fmla="*/ 10972800 w 10972800"/>
              <a:gd name="connsiteY3" fmla="*/ 203200 h 2489200"/>
              <a:gd name="connisteX4" fmla="*/ 10972800 w 10972800"/>
              <a:gd name="connsiteY4" fmla="*/ 2286000 h 2489200"/>
              <a:gd name="connisteX5" fmla="*/ 10769600 w 10972800"/>
              <a:gd name="connsiteY5" fmla="*/ 2489200 h 2489200"/>
              <a:gd name="connisteX6" fmla="*/ 203200 w 10972800"/>
              <a:gd name="connsiteY6" fmla="*/ 2489200 h 2489200"/>
              <a:gd name="connisteX7" fmla="*/ 0 w 10972800"/>
              <a:gd name="connsiteY7" fmla="*/ 2286000 h 2489200"/>
              <a:gd name="connisteX8" fmla="*/ 0 w 10972800"/>
              <a:gd name="connsiteY8" fmla="*/ 203200 h 2489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10972800" h="2489200">
                <a:moveTo>
                  <a:pt x="0" y="203200"/>
                </a:moveTo>
                <a:cubicBezTo>
                  <a:pt x="0" y="90976"/>
                  <a:pt x="90976" y="0"/>
                  <a:pt x="203200" y="0"/>
                </a:cubicBezTo>
                <a:lnTo>
                  <a:pt x="10769600" y="0"/>
                </a:lnTo>
                <a:cubicBezTo>
                  <a:pt x="10881824" y="0"/>
                  <a:pt x="10972800" y="90976"/>
                  <a:pt x="10972800" y="203200"/>
                </a:cubicBezTo>
                <a:lnTo>
                  <a:pt x="10972800" y="2286000"/>
                </a:lnTo>
                <a:cubicBezTo>
                  <a:pt x="10972800" y="2398224"/>
                  <a:pt x="10881824" y="2489200"/>
                  <a:pt x="10769600" y="2489200"/>
                </a:cubicBezTo>
                <a:lnTo>
                  <a:pt x="203200" y="2489200"/>
                </a:lnTo>
                <a:cubicBezTo>
                  <a:pt x="90976" y="2489200"/>
                  <a:pt x="0" y="2398224"/>
                  <a:pt x="0" y="2286000"/>
                </a:cubicBezTo>
                <a:lnTo>
                  <a:pt x="0" y="203200"/>
                </a:lnTo>
                <a:close/>
              </a:path>
            </a:pathLst>
          </a:custGeom>
          <a:solidFill>
            <a:srgbClr val="DDDDDD"/>
          </a:solidFill>
          <a:ln>
            <a:noFill/>
          </a:ln>
        </p:spPr>
        <p:txBody>
          <a:bodyPr>
            <a:normAutofit/>
          </a:bodyPr>
          <a:lstStyle>
            <a:lvl1pPr>
              <a:buNone/>
              <a:defRPr/>
            </a:lvl1pPr>
            <a:lvl2pPr>
              <a:buNone/>
              <a:defRPr/>
            </a:lvl2pPr>
            <a:lvl3pPr>
              <a:buNone/>
              <a:defRPr/>
            </a:lvl3pPr>
            <a:lvl4pPr>
              <a:buNone/>
              <a:defRPr/>
            </a:lvl4pPr>
            <a:lvl5pPr marL="0" indent="0">
              <a:buNone/>
              <a:defRPr/>
            </a:lvl5pPr>
          </a:lstStyle>
          <a:p>
            <a:pPr lvl="4"/>
            <a:r>
              <a:rPr lang="zh-CN" altLang="en-US"/>
              <a:t> </a:t>
            </a:r>
          </a:p>
        </p:txBody>
      </p:sp>
      <p:sp>
        <p:nvSpPr>
          <p:cNvPr id="13" name="Text Placeholder 12"/>
          <p:cNvSpPr>
            <a:spLocks noGrp="1"/>
          </p:cNvSpPr>
          <p:nvPr>
            <p:ph type="body" idx="16386" hasCustomPrompt="1"/>
            <p:custDataLst>
              <p:tags r:id="rId6"/>
            </p:custDataLst>
          </p:nvPr>
        </p:nvSpPr>
        <p:spPr>
          <a:xfrm>
            <a:off x="609600" y="4470400"/>
            <a:ext cx="10972800" cy="406400"/>
          </a:xfrm>
          <a:noFill/>
        </p:spPr>
        <p:txBody>
          <a:bodyPr lIns="0" tIns="0" rIns="0" bIns="0" anchor="t">
            <a:normAutofit/>
          </a:bodyPr>
          <a:lstStyle>
            <a:lvl1pPr marL="0" indent="0" algn="l">
              <a:lnSpc>
                <a:spcPct val="111000"/>
              </a:lnSpc>
              <a:buNone/>
              <a:defRPr sz="2400" b="0" spc="0">
                <a:solidFill>
                  <a:schemeClr val="tx1"/>
                </a:solidFill>
              </a:defRPr>
            </a:lvl1pPr>
            <a:lvl5pPr marL="0" indent="0" algn="l">
              <a:lnSpc>
                <a:spcPct val="111000"/>
              </a:lnSpc>
              <a:spcBef>
                <a:spcPct val="0"/>
              </a:spcBef>
              <a:spcAft>
                <a:spcPct val="0"/>
              </a:spcAft>
              <a:buNone/>
              <a:defRPr/>
            </a:lvl5pPr>
          </a:lstStyle>
          <a:p>
            <a:pPr lvl="0"/>
            <a:r>
              <a:rPr lang="zh-CN" altLang="en-US"/>
              <a:t>Your item title here</a:t>
            </a:r>
          </a:p>
        </p:txBody>
      </p:sp>
      <p:sp>
        <p:nvSpPr>
          <p:cNvPr id="14" name="Text Placeholder 13"/>
          <p:cNvSpPr>
            <a:spLocks noGrp="1"/>
          </p:cNvSpPr>
          <p:nvPr>
            <p:ph type="body" idx="16387" hasCustomPrompt="1"/>
            <p:custDataLst>
              <p:tags r:id="rId7"/>
            </p:custDataLst>
          </p:nvPr>
        </p:nvSpPr>
        <p:spPr>
          <a:xfrm>
            <a:off x="609600" y="5029200"/>
            <a:ext cx="10972800" cy="1219200"/>
          </a:xfrm>
          <a:noFill/>
        </p:spPr>
        <p:txBody>
          <a:bodyPr lIns="0" tIns="0" rIns="0" bIns="0" anchor="t">
            <a:normAutofit/>
          </a:bodyPr>
          <a:lstStyle>
            <a:lvl1pPr marL="0" indent="0" algn="l">
              <a:lnSpc>
                <a:spcPct val="125000"/>
              </a:lnSpc>
              <a:buNone/>
              <a:defRPr sz="1600" b="0" spc="0">
                <a:solidFill>
                  <a:schemeClr val="tx1"/>
                </a:solidFill>
              </a:defRPr>
            </a:lvl1pPr>
            <a:lvl5pPr marL="0" indent="0" algn="l">
              <a:lnSpc>
                <a:spcPct val="125000"/>
              </a:lnSpc>
              <a:spcBef>
                <a:spcPct val="0"/>
              </a:spcBef>
              <a:spcAft>
                <a:spcPct val="0"/>
              </a:spcAft>
              <a:buNone/>
              <a:defRPr/>
            </a:lvl5pPr>
          </a:lstStyle>
          <a:p>
            <a:pPr lvl="0"/>
            <a:r>
              <a:rPr lang="zh-CN" altLang="en-US"/>
              <a:t>Enter text here</a:t>
            </a:r>
          </a:p>
        </p:txBody>
      </p:sp>
    </p:spTree>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18" Type="http://schemas.openxmlformats.org/officeDocument/2006/relationships/tags" Target="../tags/tag6.xml"/><Relationship Id="rId3" Type="http://schemas.openxmlformats.org/officeDocument/2006/relationships/slideLayout" Target="../slideLayouts/slideLayout14.xml"/><Relationship Id="rId21" Type="http://schemas.openxmlformats.org/officeDocument/2006/relationships/image" Target="../media/image1.jpeg"/><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tags" Target="../tags/tag5.xml"/><Relationship Id="rId2" Type="http://schemas.openxmlformats.org/officeDocument/2006/relationships/slideLayout" Target="../slideLayouts/slideLayout13.xml"/><Relationship Id="rId16" Type="http://schemas.openxmlformats.org/officeDocument/2006/relationships/tags" Target="../tags/tag4.xml"/><Relationship Id="rId20" Type="http://schemas.openxmlformats.org/officeDocument/2006/relationships/tags" Target="../tags/tag8.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tags" Target="../tags/tag3.xml"/><Relationship Id="rId10" Type="http://schemas.openxmlformats.org/officeDocument/2006/relationships/slideLayout" Target="../slideLayouts/slideLayout21.xml"/><Relationship Id="rId19" Type="http://schemas.openxmlformats.org/officeDocument/2006/relationships/tags" Target="../tags/tag7.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tags" Target="../tags/tag2.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36.xml"/><Relationship Id="rId18" Type="http://schemas.openxmlformats.org/officeDocument/2006/relationships/slideLayout" Target="../slideLayouts/slideLayout41.xml"/><Relationship Id="rId26" Type="http://schemas.openxmlformats.org/officeDocument/2006/relationships/slideLayout" Target="../slideLayouts/slideLayout49.xml"/><Relationship Id="rId3" Type="http://schemas.openxmlformats.org/officeDocument/2006/relationships/slideLayout" Target="../slideLayouts/slideLayout26.xml"/><Relationship Id="rId21" Type="http://schemas.openxmlformats.org/officeDocument/2006/relationships/slideLayout" Target="../slideLayouts/slideLayout44.xml"/><Relationship Id="rId34" Type="http://schemas.openxmlformats.org/officeDocument/2006/relationships/tags" Target="../tags/tag83.xml"/><Relationship Id="rId7" Type="http://schemas.openxmlformats.org/officeDocument/2006/relationships/slideLayout" Target="../slideLayouts/slideLayout30.xml"/><Relationship Id="rId12" Type="http://schemas.openxmlformats.org/officeDocument/2006/relationships/slideLayout" Target="../slideLayouts/slideLayout35.xml"/><Relationship Id="rId17" Type="http://schemas.openxmlformats.org/officeDocument/2006/relationships/slideLayout" Target="../slideLayouts/slideLayout40.xml"/><Relationship Id="rId25" Type="http://schemas.openxmlformats.org/officeDocument/2006/relationships/slideLayout" Target="../slideLayouts/slideLayout48.xml"/><Relationship Id="rId33" Type="http://schemas.openxmlformats.org/officeDocument/2006/relationships/tags" Target="../tags/tag82.xml"/><Relationship Id="rId2" Type="http://schemas.openxmlformats.org/officeDocument/2006/relationships/slideLayout" Target="../slideLayouts/slideLayout25.xml"/><Relationship Id="rId16" Type="http://schemas.openxmlformats.org/officeDocument/2006/relationships/slideLayout" Target="../slideLayouts/slideLayout39.xml"/><Relationship Id="rId20" Type="http://schemas.openxmlformats.org/officeDocument/2006/relationships/slideLayout" Target="../slideLayouts/slideLayout43.xml"/><Relationship Id="rId29" Type="http://schemas.openxmlformats.org/officeDocument/2006/relationships/tags" Target="../tags/tag78.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24" Type="http://schemas.openxmlformats.org/officeDocument/2006/relationships/slideLayout" Target="../slideLayouts/slideLayout47.xml"/><Relationship Id="rId32" Type="http://schemas.openxmlformats.org/officeDocument/2006/relationships/tags" Target="../tags/tag81.xml"/><Relationship Id="rId5" Type="http://schemas.openxmlformats.org/officeDocument/2006/relationships/slideLayout" Target="../slideLayouts/slideLayout28.xml"/><Relationship Id="rId15" Type="http://schemas.openxmlformats.org/officeDocument/2006/relationships/slideLayout" Target="../slideLayouts/slideLayout38.xml"/><Relationship Id="rId23" Type="http://schemas.openxmlformats.org/officeDocument/2006/relationships/slideLayout" Target="../slideLayouts/slideLayout46.xml"/><Relationship Id="rId28" Type="http://schemas.openxmlformats.org/officeDocument/2006/relationships/theme" Target="../theme/theme3.xml"/><Relationship Id="rId10" Type="http://schemas.openxmlformats.org/officeDocument/2006/relationships/slideLayout" Target="../slideLayouts/slideLayout33.xml"/><Relationship Id="rId19" Type="http://schemas.openxmlformats.org/officeDocument/2006/relationships/slideLayout" Target="../slideLayouts/slideLayout42.xml"/><Relationship Id="rId31" Type="http://schemas.openxmlformats.org/officeDocument/2006/relationships/tags" Target="../tags/tag80.xml"/><Relationship Id="rId4" Type="http://schemas.openxmlformats.org/officeDocument/2006/relationships/slideLayout" Target="../slideLayouts/slideLayout27.xml"/><Relationship Id="rId9" Type="http://schemas.openxmlformats.org/officeDocument/2006/relationships/slideLayout" Target="../slideLayouts/slideLayout32.xml"/><Relationship Id="rId14" Type="http://schemas.openxmlformats.org/officeDocument/2006/relationships/slideLayout" Target="../slideLayouts/slideLayout37.xml"/><Relationship Id="rId22" Type="http://schemas.openxmlformats.org/officeDocument/2006/relationships/slideLayout" Target="../slideLayouts/slideLayout45.xml"/><Relationship Id="rId27" Type="http://schemas.openxmlformats.org/officeDocument/2006/relationships/slideLayout" Target="../slideLayouts/slideLayout50.xml"/><Relationship Id="rId30" Type="http://schemas.openxmlformats.org/officeDocument/2006/relationships/tags" Target="../tags/tag79.xml"/><Relationship Id="rId35" Type="http://schemas.openxmlformats.org/officeDocument/2006/relationships/image" Target="../media/image1.jpeg"/><Relationship Id="rId8"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t>7/9/2026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pic>
        <p:nvPicPr>
          <p:cNvPr id="7" name="图片 6" descr="background"/>
          <p:cNvPicPr>
            <a:picLocks noChangeAspect="1"/>
          </p:cNvPicPr>
          <p:nvPr userDrawn="1"/>
        </p:nvPicPr>
        <p:blipFill>
          <a:blip r:embed="rId21"/>
          <a:stretch>
            <a:fillRect/>
          </a:stretch>
        </p:blipFill>
        <p:spPr>
          <a:xfrm>
            <a:off x="0" y="0"/>
            <a:ext cx="12192000" cy="6858000"/>
          </a:xfrm>
          <a:prstGeom prst="rect">
            <a:avLst/>
          </a:prstGeom>
        </p:spPr>
      </p:pic>
      <p:sp>
        <p:nvSpPr>
          <p:cNvPr id="9" name="矩形 8"/>
          <p:cNvSpPr/>
          <p:nvPr userDrawn="1"/>
        </p:nvSpPr>
        <p:spPr>
          <a:xfrm>
            <a:off x="0" y="0"/>
            <a:ext cx="12192000" cy="6858000"/>
          </a:xfrm>
          <a:prstGeom prst="rect">
            <a:avLst/>
          </a:prstGeom>
          <a:solidFill>
            <a:schemeClr val="bg2">
              <a:alpha val="55000"/>
            </a:schemeClr>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6" name="灯片编号占位符 5"/>
          <p:cNvSpPr>
            <a:spLocks noGrp="1"/>
          </p:cNvSpPr>
          <p:nvPr>
            <p:ph type="sldNum" sz="quarter" idx="4"/>
            <p:custDataLst>
              <p:tags r:id="rId15"/>
            </p:custDataLst>
          </p:nvPr>
        </p:nvSpPr>
        <p:spPr>
          <a:xfrm>
            <a:off x="8753983" y="6356350"/>
            <a:ext cx="2743200" cy="365125"/>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t>‹#›</a:t>
            </a:fld>
            <a:endParaRPr lang="zh-CN" altLang="en-US"/>
          </a:p>
        </p:txBody>
      </p:sp>
      <p:sp>
        <p:nvSpPr>
          <p:cNvPr id="5" name="页脚占位符 4"/>
          <p:cNvSpPr>
            <a:spLocks noGrp="1"/>
          </p:cNvSpPr>
          <p:nvPr>
            <p:ph type="ftr" sz="quarter" idx="3"/>
            <p:custDataLst>
              <p:tags r:id="rId16"/>
            </p:custDataLst>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a:p>
        </p:txBody>
      </p:sp>
      <p:sp>
        <p:nvSpPr>
          <p:cNvPr id="4" name="日期占位符 3"/>
          <p:cNvSpPr>
            <a:spLocks noGrp="1"/>
          </p:cNvSpPr>
          <p:nvPr>
            <p:ph type="dt" sz="half" idx="2"/>
            <p:custDataLst>
              <p:tags r:id="rId17"/>
            </p:custDataLst>
          </p:nvPr>
        </p:nvSpPr>
        <p:spPr>
          <a:xfrm>
            <a:off x="695960" y="6356350"/>
            <a:ext cx="2743200" cy="365125"/>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760FBDFE-C587-4B4C-A407-44438C67B59E}" type="datetimeFigureOut">
              <a:rPr lang="zh-CN" altLang="en-US" smtClean="0"/>
              <a:t>2026/7/9</a:t>
            </a:fld>
            <a:endParaRPr lang="zh-CN" altLang="en-US"/>
          </a:p>
        </p:txBody>
      </p:sp>
      <p:sp>
        <p:nvSpPr>
          <p:cNvPr id="3" name="文本占位符 2"/>
          <p:cNvSpPr>
            <a:spLocks noGrp="1"/>
          </p:cNvSpPr>
          <p:nvPr>
            <p:ph type="body" idx="1"/>
            <p:custDataLst>
              <p:tags r:id="rId18"/>
            </p:custDataLst>
          </p:nvPr>
        </p:nvSpPr>
        <p:spPr>
          <a:xfrm>
            <a:off x="695960" y="1301749"/>
            <a:ext cx="10800000" cy="4873625"/>
          </a:xfrm>
          <a:prstGeom prst="rect">
            <a:avLst/>
          </a:prstGeom>
        </p:spPr>
        <p:txBody>
          <a:bodyPr vert="horz" lIns="91440" tIns="45720" rIns="91440" bIns="45720" rtlCol="0">
            <a:normAutofit/>
          </a:bodyPr>
          <a:lstStyle/>
          <a:p>
            <a:pPr lvl="0"/>
            <a:r>
              <a:rPr lang="zh-CN" altLang="en-US" dirty="0"/>
              <a:t>Click to edit Master text styles</a:t>
            </a:r>
          </a:p>
          <a:p>
            <a:pPr lvl="1"/>
            <a:r>
              <a:rPr lang="zh-CN" altLang="en-US" dirty="0"/>
              <a:t>Second level</a:t>
            </a:r>
          </a:p>
          <a:p>
            <a:pPr lvl="2"/>
            <a:r>
              <a:rPr lang="zh-CN" altLang="en-US" dirty="0"/>
              <a:t>Third level</a:t>
            </a:r>
          </a:p>
          <a:p>
            <a:pPr lvl="3"/>
            <a:r>
              <a:rPr lang="zh-CN" altLang="en-US" dirty="0"/>
              <a:t>Fourth level</a:t>
            </a:r>
          </a:p>
          <a:p>
            <a:pPr lvl="4"/>
            <a:r>
              <a:rPr lang="zh-CN" altLang="en-US" dirty="0"/>
              <a:t>Fifth level</a:t>
            </a:r>
          </a:p>
        </p:txBody>
      </p:sp>
      <p:sp>
        <p:nvSpPr>
          <p:cNvPr id="2" name="标题占位符 1"/>
          <p:cNvSpPr>
            <a:spLocks noGrp="1"/>
          </p:cNvSpPr>
          <p:nvPr>
            <p:ph type="title"/>
            <p:custDataLst>
              <p:tags r:id="rId19"/>
            </p:custDataLst>
          </p:nvPr>
        </p:nvSpPr>
        <p:spPr>
          <a:xfrm>
            <a:off x="695960" y="360000"/>
            <a:ext cx="10800000" cy="720000"/>
          </a:xfrm>
          <a:prstGeom prst="rect">
            <a:avLst/>
          </a:prstGeom>
        </p:spPr>
        <p:txBody>
          <a:bodyPr vert="horz" lIns="91440" tIns="45720" rIns="91440" bIns="45720" rtlCol="0" anchor="b" anchorCtr="0">
            <a:normAutofit/>
          </a:bodyPr>
          <a:lstStyle/>
          <a:p>
            <a:r>
              <a:rPr lang="zh-CN" altLang="en-US" dirty="0"/>
              <a:t>Click to edit Master title style</a:t>
            </a:r>
          </a:p>
        </p:txBody>
      </p:sp>
      <p:sp>
        <p:nvSpPr>
          <p:cNvPr id="10" name="KSO_TEMPLATE" hidden="1"/>
          <p:cNvSpPr/>
          <p:nvPr userDrawn="1">
            <p:custDataLst>
              <p:tags r:id="rId20"/>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ustDataLst>
      <p:tags r:id="rId14"/>
    </p:custData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defTabSz="914400" rtl="0" eaLnBrk="1" latinLnBrk="0" hangingPunct="1">
        <a:lnSpc>
          <a:spcPct val="90000"/>
        </a:lnSpc>
        <a:spcBef>
          <a:spcPct val="0"/>
        </a:spcBef>
        <a:buNone/>
        <a:defRPr sz="3200" b="1" i="0" u="none" kern="1200" spc="0">
          <a:solidFill>
            <a:schemeClr val="tx1"/>
          </a:solidFill>
          <a:effectLst>
            <a:outerShdw>
              <a:srgbClr val="FFFFFF"/>
            </a:outerShdw>
          </a:effectLst>
          <a:uFill>
            <a:solidFill>
              <a:schemeClr val="tx1">
                <a:lumMod val="65000"/>
                <a:lumOff val="35000"/>
              </a:schemeClr>
            </a:solidFill>
          </a:uFill>
          <a:latin typeface="+mj-lt"/>
          <a:ea typeface="+mj-ea"/>
          <a:cs typeface="+mj-cs"/>
        </a:defRPr>
      </a:lvl1pPr>
    </p:titleStyle>
    <p:bodyStyle>
      <a:lvl1pPr marL="228600" indent="0" algn="l" defTabSz="914400" rtl="0" eaLnBrk="1" latinLnBrk="0" hangingPunct="1">
        <a:lnSpc>
          <a:spcPct val="130000"/>
        </a:lnSpc>
        <a:spcBef>
          <a:spcPts val="1000"/>
        </a:spcBef>
        <a:buFont typeface="Arial" panose="020B0604020202020204" pitchFamily="34" charset="0"/>
        <a:buChar char="•"/>
        <a:defRPr sz="2400" kern="1200" spc="0">
          <a:solidFill>
            <a:schemeClr val="tx1"/>
          </a:solidFill>
          <a:latin typeface="+mn-lt"/>
          <a:ea typeface="+mn-ea"/>
          <a:cs typeface="+mn-cs"/>
        </a:defRPr>
      </a:lvl1pPr>
      <a:lvl2pPr marL="685800" indent="0" algn="l" defTabSz="914400" rtl="0" eaLnBrk="1" latinLnBrk="0" hangingPunct="1">
        <a:lnSpc>
          <a:spcPct val="130000"/>
        </a:lnSpc>
        <a:spcBef>
          <a:spcPts val="500"/>
        </a:spcBef>
        <a:buFont typeface="Arial" panose="020B0604020202020204" pitchFamily="34" charset="0"/>
        <a:buChar char="•"/>
        <a:defRPr sz="2000" kern="1200" spc="0">
          <a:solidFill>
            <a:schemeClr val="tx1"/>
          </a:solidFill>
          <a:latin typeface="+mn-lt"/>
          <a:ea typeface="+mn-ea"/>
          <a:cs typeface="+mn-cs"/>
        </a:defRPr>
      </a:lvl2pPr>
      <a:lvl3pPr marL="1143000" indent="0" algn="l" defTabSz="914400" rtl="0" eaLnBrk="1" latinLnBrk="0" hangingPunct="1">
        <a:lnSpc>
          <a:spcPct val="130000"/>
        </a:lnSpc>
        <a:spcBef>
          <a:spcPts val="500"/>
        </a:spcBef>
        <a:buFont typeface="Arial" panose="020B0604020202020204" pitchFamily="34" charset="0"/>
        <a:buChar char="•"/>
        <a:defRPr sz="1800" kern="1200" spc="0">
          <a:solidFill>
            <a:schemeClr val="tx1"/>
          </a:solidFill>
          <a:latin typeface="+mn-lt"/>
          <a:ea typeface="+mn-ea"/>
          <a:cs typeface="+mn-cs"/>
        </a:defRPr>
      </a:lvl3pPr>
      <a:lvl4pPr marL="1600200" indent="0" algn="l" defTabSz="914400" rtl="0" eaLnBrk="1" latinLnBrk="0" hangingPunct="1">
        <a:lnSpc>
          <a:spcPct val="130000"/>
        </a:lnSpc>
        <a:spcBef>
          <a:spcPts val="500"/>
        </a:spcBef>
        <a:buFont typeface="Arial" panose="020B0604020202020204" pitchFamily="34" charset="0"/>
        <a:buChar char="•"/>
        <a:defRPr sz="1800" kern="1200" spc="0">
          <a:solidFill>
            <a:schemeClr val="tx1"/>
          </a:solidFill>
          <a:latin typeface="+mn-lt"/>
          <a:ea typeface="+mn-ea"/>
          <a:cs typeface="+mn-cs"/>
        </a:defRPr>
      </a:lvl4pPr>
      <a:lvl5pPr marL="2057400" indent="0" algn="l" defTabSz="914400" rtl="0" eaLnBrk="1" latinLnBrk="0" hangingPunct="1">
        <a:lnSpc>
          <a:spcPct val="130000"/>
        </a:lnSpc>
        <a:spcBef>
          <a:spcPts val="500"/>
        </a:spcBef>
        <a:buFont typeface="Arial" panose="020B0604020202020204" pitchFamily="34" charset="0"/>
        <a:buChar char="•"/>
        <a:defRPr sz="1800" kern="1200" spc="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pic>
        <p:nvPicPr>
          <p:cNvPr id="7" name="图片 6" descr="background"/>
          <p:cNvPicPr>
            <a:picLocks noChangeAspect="1"/>
          </p:cNvPicPr>
          <p:nvPr userDrawn="1"/>
        </p:nvPicPr>
        <p:blipFill>
          <a:blip r:embed="rId35"/>
          <a:stretch>
            <a:fillRect/>
          </a:stretch>
        </p:blipFill>
        <p:spPr>
          <a:xfrm>
            <a:off x="0" y="0"/>
            <a:ext cx="12192000" cy="6858000"/>
          </a:xfrm>
          <a:prstGeom prst="rect">
            <a:avLst/>
          </a:prstGeom>
        </p:spPr>
      </p:pic>
      <p:sp>
        <p:nvSpPr>
          <p:cNvPr id="9" name="矩形 8"/>
          <p:cNvSpPr/>
          <p:nvPr userDrawn="1"/>
        </p:nvSpPr>
        <p:spPr>
          <a:xfrm>
            <a:off x="0" y="0"/>
            <a:ext cx="12192000" cy="6858000"/>
          </a:xfrm>
          <a:prstGeom prst="rect">
            <a:avLst/>
          </a:prstGeom>
          <a:solidFill>
            <a:schemeClr val="bg2">
              <a:alpha val="55000"/>
            </a:schemeClr>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6" name="灯片编号占位符 5"/>
          <p:cNvSpPr>
            <a:spLocks noGrp="1"/>
          </p:cNvSpPr>
          <p:nvPr>
            <p:ph type="sldNum" sz="quarter" idx="4"/>
            <p:custDataLst>
              <p:tags r:id="rId29"/>
            </p:custDataLst>
          </p:nvPr>
        </p:nvSpPr>
        <p:spPr>
          <a:xfrm>
            <a:off x="8753983" y="6356350"/>
            <a:ext cx="2743200" cy="365125"/>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t>‹#›</a:t>
            </a:fld>
            <a:endParaRPr lang="zh-CN" altLang="en-US"/>
          </a:p>
        </p:txBody>
      </p:sp>
      <p:sp>
        <p:nvSpPr>
          <p:cNvPr id="5" name="页脚占位符 4"/>
          <p:cNvSpPr>
            <a:spLocks noGrp="1"/>
          </p:cNvSpPr>
          <p:nvPr>
            <p:ph type="ftr" sz="quarter" idx="3"/>
            <p:custDataLst>
              <p:tags r:id="rId30"/>
            </p:custDataLst>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a:p>
        </p:txBody>
      </p:sp>
      <p:sp>
        <p:nvSpPr>
          <p:cNvPr id="4" name="日期占位符 3"/>
          <p:cNvSpPr>
            <a:spLocks noGrp="1"/>
          </p:cNvSpPr>
          <p:nvPr>
            <p:ph type="dt" sz="half" idx="2"/>
            <p:custDataLst>
              <p:tags r:id="rId31"/>
            </p:custDataLst>
          </p:nvPr>
        </p:nvSpPr>
        <p:spPr>
          <a:xfrm>
            <a:off x="695960" y="6356350"/>
            <a:ext cx="2743200" cy="365125"/>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760FBDFE-C587-4B4C-A407-44438C67B59E}" type="datetimeFigureOut">
              <a:rPr lang="zh-CN" altLang="en-US" smtClean="0"/>
              <a:t>2026/7/9</a:t>
            </a:fld>
            <a:endParaRPr lang="zh-CN" altLang="en-US"/>
          </a:p>
        </p:txBody>
      </p:sp>
      <p:sp>
        <p:nvSpPr>
          <p:cNvPr id="3" name="文本占位符 2"/>
          <p:cNvSpPr>
            <a:spLocks noGrp="1"/>
          </p:cNvSpPr>
          <p:nvPr>
            <p:ph type="body" idx="1"/>
            <p:custDataLst>
              <p:tags r:id="rId32"/>
            </p:custDataLst>
          </p:nvPr>
        </p:nvSpPr>
        <p:spPr>
          <a:xfrm>
            <a:off x="695960" y="1301749"/>
            <a:ext cx="10800000" cy="4873625"/>
          </a:xfrm>
          <a:prstGeom prst="rect">
            <a:avLst/>
          </a:prstGeom>
        </p:spPr>
        <p:txBody>
          <a:bodyPr vert="horz" lIns="91440" tIns="45720" rIns="91440" bIns="45720" rtlCol="0">
            <a:normAutofit/>
          </a:bodyPr>
          <a:lstStyle/>
          <a:p>
            <a:pPr lvl="0"/>
            <a:r>
              <a:rPr lang="zh-CN" altLang="en-US" dirty="0"/>
              <a:t>Click to edit Master text styles</a:t>
            </a:r>
          </a:p>
          <a:p>
            <a:pPr lvl="1"/>
            <a:r>
              <a:rPr lang="zh-CN" altLang="en-US" dirty="0"/>
              <a:t>Second level</a:t>
            </a:r>
          </a:p>
          <a:p>
            <a:pPr lvl="2"/>
            <a:r>
              <a:rPr lang="zh-CN" altLang="en-US" dirty="0"/>
              <a:t>Third level</a:t>
            </a:r>
          </a:p>
          <a:p>
            <a:pPr lvl="3"/>
            <a:r>
              <a:rPr lang="zh-CN" altLang="en-US" dirty="0"/>
              <a:t>Fourth level</a:t>
            </a:r>
          </a:p>
          <a:p>
            <a:pPr lvl="4"/>
            <a:r>
              <a:rPr lang="zh-CN" altLang="en-US" dirty="0"/>
              <a:t>Fifth level</a:t>
            </a:r>
          </a:p>
        </p:txBody>
      </p:sp>
      <p:sp>
        <p:nvSpPr>
          <p:cNvPr id="2" name="标题占位符 1"/>
          <p:cNvSpPr>
            <a:spLocks noGrp="1"/>
          </p:cNvSpPr>
          <p:nvPr>
            <p:ph type="title"/>
            <p:custDataLst>
              <p:tags r:id="rId33"/>
            </p:custDataLst>
          </p:nvPr>
        </p:nvSpPr>
        <p:spPr>
          <a:xfrm>
            <a:off x="695960" y="360000"/>
            <a:ext cx="10800000" cy="720000"/>
          </a:xfrm>
          <a:prstGeom prst="rect">
            <a:avLst/>
          </a:prstGeom>
        </p:spPr>
        <p:txBody>
          <a:bodyPr vert="horz" lIns="91440" tIns="45720" rIns="91440" bIns="45720" rtlCol="0" anchor="b" anchorCtr="0">
            <a:normAutofit/>
          </a:bodyPr>
          <a:lstStyle/>
          <a:p>
            <a:r>
              <a:rPr lang="zh-CN" altLang="en-US" dirty="0"/>
              <a:t>Click to edit Master title style</a:t>
            </a:r>
          </a:p>
        </p:txBody>
      </p:sp>
      <p:sp>
        <p:nvSpPr>
          <p:cNvPr id="10" name="KSO_TEMPLATE" hidden="1"/>
          <p:cNvSpPr/>
          <p:nvPr userDrawn="1">
            <p:custDataLst>
              <p:tags r:id="rId34"/>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dk1" tx1="lt1" bg2="dk2" tx2="lt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 id="2147483686" r:id="rId13"/>
    <p:sldLayoutId id="2147483687" r:id="rId14"/>
    <p:sldLayoutId id="2147483688" r:id="rId15"/>
    <p:sldLayoutId id="2147483689" r:id="rId16"/>
    <p:sldLayoutId id="2147483690" r:id="rId17"/>
    <p:sldLayoutId id="2147483691" r:id="rId18"/>
    <p:sldLayoutId id="2147483692" r:id="rId19"/>
    <p:sldLayoutId id="2147483693" r:id="rId20"/>
    <p:sldLayoutId id="2147483694" r:id="rId21"/>
    <p:sldLayoutId id="2147483695" r:id="rId22"/>
    <p:sldLayoutId id="2147483696" r:id="rId23"/>
    <p:sldLayoutId id="2147483697" r:id="rId24"/>
    <p:sldLayoutId id="2147483698" r:id="rId25"/>
    <p:sldLayoutId id="2147483699" r:id="rId26"/>
    <p:sldLayoutId id="2147483700" r:id="rId27"/>
  </p:sldLayoutIdLst>
  <p:txStyles>
    <p:titleStyle>
      <a:lvl1pPr algn="l" defTabSz="914400" rtl="0" eaLnBrk="1" latinLnBrk="0" hangingPunct="1">
        <a:lnSpc>
          <a:spcPct val="90000"/>
        </a:lnSpc>
        <a:spcBef>
          <a:spcPct val="0"/>
        </a:spcBef>
        <a:buNone/>
        <a:defRPr sz="3200" b="1" i="0" u="none" kern="1200" spc="0">
          <a:solidFill>
            <a:schemeClr val="tx1"/>
          </a:solidFill>
          <a:effectLst>
            <a:outerShdw>
              <a:srgbClr val="FFFFFF"/>
            </a:outerShdw>
          </a:effectLst>
          <a:uFill>
            <a:solidFill>
              <a:schemeClr val="tx1">
                <a:lumMod val="65000"/>
                <a:lumOff val="35000"/>
              </a:schemeClr>
            </a:solidFill>
          </a:uFill>
          <a:latin typeface="+mj-lt"/>
          <a:ea typeface="+mj-ea"/>
          <a:cs typeface="+mj-cs"/>
        </a:defRPr>
      </a:lvl1pPr>
    </p:titleStyle>
    <p:bodyStyle>
      <a:lvl1pPr marL="228600" indent="0" algn="l" defTabSz="914400" rtl="0" eaLnBrk="1" latinLnBrk="0" hangingPunct="1">
        <a:lnSpc>
          <a:spcPct val="130000"/>
        </a:lnSpc>
        <a:spcBef>
          <a:spcPts val="1000"/>
        </a:spcBef>
        <a:buFont typeface="Arial" panose="020B0604020202020204" pitchFamily="34" charset="0"/>
        <a:buChar char="•"/>
        <a:defRPr sz="2400" kern="1200" spc="0">
          <a:solidFill>
            <a:schemeClr val="tx1"/>
          </a:solidFill>
          <a:latin typeface="+mn-lt"/>
          <a:ea typeface="+mn-ea"/>
          <a:cs typeface="+mn-cs"/>
        </a:defRPr>
      </a:lvl1pPr>
      <a:lvl2pPr marL="685800" indent="0" algn="l" defTabSz="914400" rtl="0" eaLnBrk="1" latinLnBrk="0" hangingPunct="1">
        <a:lnSpc>
          <a:spcPct val="130000"/>
        </a:lnSpc>
        <a:spcBef>
          <a:spcPts val="500"/>
        </a:spcBef>
        <a:buFont typeface="Arial" panose="020B0604020202020204" pitchFamily="34" charset="0"/>
        <a:buChar char="•"/>
        <a:defRPr sz="2000" kern="1200" spc="0">
          <a:solidFill>
            <a:schemeClr val="tx1"/>
          </a:solidFill>
          <a:latin typeface="+mn-lt"/>
          <a:ea typeface="+mn-ea"/>
          <a:cs typeface="+mn-cs"/>
        </a:defRPr>
      </a:lvl2pPr>
      <a:lvl3pPr marL="1143000" indent="0" algn="l" defTabSz="914400" rtl="0" eaLnBrk="1" latinLnBrk="0" hangingPunct="1">
        <a:lnSpc>
          <a:spcPct val="130000"/>
        </a:lnSpc>
        <a:spcBef>
          <a:spcPts val="500"/>
        </a:spcBef>
        <a:buFont typeface="Arial" panose="020B0604020202020204" pitchFamily="34" charset="0"/>
        <a:buChar char="•"/>
        <a:defRPr sz="1800" kern="1200" spc="0">
          <a:solidFill>
            <a:schemeClr val="tx1"/>
          </a:solidFill>
          <a:latin typeface="+mn-lt"/>
          <a:ea typeface="+mn-ea"/>
          <a:cs typeface="+mn-cs"/>
        </a:defRPr>
      </a:lvl3pPr>
      <a:lvl4pPr marL="1600200" indent="0" algn="l" defTabSz="914400" rtl="0" eaLnBrk="1" latinLnBrk="0" hangingPunct="1">
        <a:lnSpc>
          <a:spcPct val="130000"/>
        </a:lnSpc>
        <a:spcBef>
          <a:spcPts val="500"/>
        </a:spcBef>
        <a:buFont typeface="Arial" panose="020B0604020202020204" pitchFamily="34" charset="0"/>
        <a:buChar char="•"/>
        <a:defRPr sz="1800" kern="1200" spc="0">
          <a:solidFill>
            <a:schemeClr val="tx1"/>
          </a:solidFill>
          <a:latin typeface="+mn-lt"/>
          <a:ea typeface="+mn-ea"/>
          <a:cs typeface="+mn-cs"/>
        </a:defRPr>
      </a:lvl4pPr>
      <a:lvl5pPr marL="2057400" indent="0" algn="l" defTabSz="914400" rtl="0" eaLnBrk="1" latinLnBrk="0" hangingPunct="1">
        <a:lnSpc>
          <a:spcPct val="130000"/>
        </a:lnSpc>
        <a:spcBef>
          <a:spcPts val="500"/>
        </a:spcBef>
        <a:buFont typeface="Arial" panose="020B0604020202020204" pitchFamily="34" charset="0"/>
        <a:buChar char="•"/>
        <a:defRPr sz="1800" kern="1200" spc="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tags" Target="../tags/tag424.xml"/><Relationship Id="rId2" Type="http://schemas.openxmlformats.org/officeDocument/2006/relationships/tags" Target="../tags/tag423.xml"/><Relationship Id="rId1" Type="http://schemas.openxmlformats.org/officeDocument/2006/relationships/tags" Target="../tags/tag422.xml"/><Relationship Id="rId4" Type="http://schemas.openxmlformats.org/officeDocument/2006/relationships/slideLayout" Target="../slideLayouts/slideLayout20.xml"/></Relationships>
</file>

<file path=ppt/slides/_rels/slide2.xml.rels><?xml version="1.0" encoding="UTF-8" standalone="yes"?>
<Relationships xmlns="http://schemas.openxmlformats.org/package/2006/relationships"><Relationship Id="rId8" Type="http://schemas.openxmlformats.org/officeDocument/2006/relationships/tags" Target="../tags/tag432.xml"/><Relationship Id="rId13" Type="http://schemas.openxmlformats.org/officeDocument/2006/relationships/tags" Target="../tags/tag437.xml"/><Relationship Id="rId18" Type="http://schemas.openxmlformats.org/officeDocument/2006/relationships/tags" Target="../tags/tag442.xml"/><Relationship Id="rId3" Type="http://schemas.openxmlformats.org/officeDocument/2006/relationships/tags" Target="../tags/tag427.xml"/><Relationship Id="rId21" Type="http://schemas.openxmlformats.org/officeDocument/2006/relationships/tags" Target="../tags/tag445.xml"/><Relationship Id="rId7" Type="http://schemas.openxmlformats.org/officeDocument/2006/relationships/tags" Target="../tags/tag431.xml"/><Relationship Id="rId12" Type="http://schemas.openxmlformats.org/officeDocument/2006/relationships/tags" Target="../tags/tag436.xml"/><Relationship Id="rId17" Type="http://schemas.openxmlformats.org/officeDocument/2006/relationships/tags" Target="../tags/tag441.xml"/><Relationship Id="rId2" Type="http://schemas.openxmlformats.org/officeDocument/2006/relationships/tags" Target="../tags/tag426.xml"/><Relationship Id="rId16" Type="http://schemas.openxmlformats.org/officeDocument/2006/relationships/tags" Target="../tags/tag440.xml"/><Relationship Id="rId20" Type="http://schemas.openxmlformats.org/officeDocument/2006/relationships/tags" Target="../tags/tag444.xml"/><Relationship Id="rId1" Type="http://schemas.openxmlformats.org/officeDocument/2006/relationships/tags" Target="../tags/tag425.xml"/><Relationship Id="rId6" Type="http://schemas.openxmlformats.org/officeDocument/2006/relationships/tags" Target="../tags/tag430.xml"/><Relationship Id="rId11" Type="http://schemas.openxmlformats.org/officeDocument/2006/relationships/tags" Target="../tags/tag435.xml"/><Relationship Id="rId5" Type="http://schemas.openxmlformats.org/officeDocument/2006/relationships/tags" Target="../tags/tag429.xml"/><Relationship Id="rId15" Type="http://schemas.openxmlformats.org/officeDocument/2006/relationships/tags" Target="../tags/tag439.xml"/><Relationship Id="rId10" Type="http://schemas.openxmlformats.org/officeDocument/2006/relationships/tags" Target="../tags/tag434.xml"/><Relationship Id="rId19" Type="http://schemas.openxmlformats.org/officeDocument/2006/relationships/tags" Target="../tags/tag443.xml"/><Relationship Id="rId4" Type="http://schemas.openxmlformats.org/officeDocument/2006/relationships/tags" Target="../tags/tag428.xml"/><Relationship Id="rId9" Type="http://schemas.openxmlformats.org/officeDocument/2006/relationships/tags" Target="../tags/tag433.xml"/><Relationship Id="rId14" Type="http://schemas.openxmlformats.org/officeDocument/2006/relationships/tags" Target="../tags/tag438.xml"/><Relationship Id="rId22" Type="http://schemas.openxmlformats.org/officeDocument/2006/relationships/slideLayout" Target="../slideLayouts/slideLayout24.xml"/></Relationships>
</file>

<file path=ppt/slides/_rels/slide3.xml.rels><?xml version="1.0" encoding="UTF-8" standalone="yes"?>
<Relationships xmlns="http://schemas.openxmlformats.org/package/2006/relationships"><Relationship Id="rId8" Type="http://schemas.openxmlformats.org/officeDocument/2006/relationships/tags" Target="../tags/tag453.xml"/><Relationship Id="rId13" Type="http://schemas.openxmlformats.org/officeDocument/2006/relationships/image" Target="../media/image3.png"/><Relationship Id="rId3" Type="http://schemas.openxmlformats.org/officeDocument/2006/relationships/tags" Target="../tags/tag448.xml"/><Relationship Id="rId7" Type="http://schemas.openxmlformats.org/officeDocument/2006/relationships/tags" Target="../tags/tag452.xml"/><Relationship Id="rId12" Type="http://schemas.openxmlformats.org/officeDocument/2006/relationships/slideLayout" Target="../slideLayouts/slideLayout25.xml"/><Relationship Id="rId2" Type="http://schemas.openxmlformats.org/officeDocument/2006/relationships/tags" Target="../tags/tag447.xml"/><Relationship Id="rId1" Type="http://schemas.openxmlformats.org/officeDocument/2006/relationships/tags" Target="../tags/tag446.xml"/><Relationship Id="rId6" Type="http://schemas.openxmlformats.org/officeDocument/2006/relationships/tags" Target="../tags/tag451.xml"/><Relationship Id="rId11" Type="http://schemas.openxmlformats.org/officeDocument/2006/relationships/tags" Target="../tags/tag456.xml"/><Relationship Id="rId5" Type="http://schemas.openxmlformats.org/officeDocument/2006/relationships/tags" Target="../tags/tag450.xml"/><Relationship Id="rId15" Type="http://schemas.openxmlformats.org/officeDocument/2006/relationships/image" Target="../media/image5.png"/><Relationship Id="rId10" Type="http://schemas.openxmlformats.org/officeDocument/2006/relationships/tags" Target="../tags/tag455.xml"/><Relationship Id="rId4" Type="http://schemas.openxmlformats.org/officeDocument/2006/relationships/tags" Target="../tags/tag449.xml"/><Relationship Id="rId9" Type="http://schemas.openxmlformats.org/officeDocument/2006/relationships/tags" Target="../tags/tag454.xml"/><Relationship Id="rId14" Type="http://schemas.openxmlformats.org/officeDocument/2006/relationships/image" Target="../media/image4.png"/></Relationships>
</file>

<file path=ppt/slides/_rels/slide4.xml.rels><?xml version="1.0" encoding="UTF-8" standalone="yes"?>
<Relationships xmlns="http://schemas.openxmlformats.org/package/2006/relationships"><Relationship Id="rId8" Type="http://schemas.openxmlformats.org/officeDocument/2006/relationships/tags" Target="../tags/tag464.xml"/><Relationship Id="rId13" Type="http://schemas.openxmlformats.org/officeDocument/2006/relationships/image" Target="../media/image7.svg"/><Relationship Id="rId3" Type="http://schemas.openxmlformats.org/officeDocument/2006/relationships/tags" Target="../tags/tag459.xml"/><Relationship Id="rId7" Type="http://schemas.openxmlformats.org/officeDocument/2006/relationships/tags" Target="../tags/tag463.xml"/><Relationship Id="rId12" Type="http://schemas.openxmlformats.org/officeDocument/2006/relationships/image" Target="../media/image6.svg"/><Relationship Id="rId2" Type="http://schemas.openxmlformats.org/officeDocument/2006/relationships/tags" Target="../tags/tag458.xml"/><Relationship Id="rId1" Type="http://schemas.openxmlformats.org/officeDocument/2006/relationships/tags" Target="../tags/tag457.xml"/><Relationship Id="rId6" Type="http://schemas.openxmlformats.org/officeDocument/2006/relationships/tags" Target="../tags/tag462.xml"/><Relationship Id="rId11" Type="http://schemas.openxmlformats.org/officeDocument/2006/relationships/slideLayout" Target="../slideLayouts/slideLayout27.xml"/><Relationship Id="rId5" Type="http://schemas.openxmlformats.org/officeDocument/2006/relationships/tags" Target="../tags/tag461.xml"/><Relationship Id="rId10" Type="http://schemas.openxmlformats.org/officeDocument/2006/relationships/tags" Target="../tags/tag466.xml"/><Relationship Id="rId4" Type="http://schemas.openxmlformats.org/officeDocument/2006/relationships/tags" Target="../tags/tag460.xml"/><Relationship Id="rId9" Type="http://schemas.openxmlformats.org/officeDocument/2006/relationships/tags" Target="../tags/tag465.xml"/></Relationships>
</file>

<file path=ppt/slides/_rels/slide5.xml.rels><?xml version="1.0" encoding="UTF-8" standalone="yes"?>
<Relationships xmlns="http://schemas.openxmlformats.org/package/2006/relationships"><Relationship Id="rId8" Type="http://schemas.openxmlformats.org/officeDocument/2006/relationships/tags" Target="../tags/tag474.xml"/><Relationship Id="rId13" Type="http://schemas.openxmlformats.org/officeDocument/2006/relationships/tags" Target="../tags/tag479.xml"/><Relationship Id="rId18" Type="http://schemas.openxmlformats.org/officeDocument/2006/relationships/image" Target="../media/image10.svg"/><Relationship Id="rId3" Type="http://schemas.openxmlformats.org/officeDocument/2006/relationships/tags" Target="../tags/tag469.xml"/><Relationship Id="rId7" Type="http://schemas.openxmlformats.org/officeDocument/2006/relationships/tags" Target="../tags/tag473.xml"/><Relationship Id="rId12" Type="http://schemas.openxmlformats.org/officeDocument/2006/relationships/tags" Target="../tags/tag478.xml"/><Relationship Id="rId17" Type="http://schemas.openxmlformats.org/officeDocument/2006/relationships/image" Target="../media/image9.svg"/><Relationship Id="rId2" Type="http://schemas.openxmlformats.org/officeDocument/2006/relationships/tags" Target="../tags/tag468.xml"/><Relationship Id="rId16" Type="http://schemas.openxmlformats.org/officeDocument/2006/relationships/image" Target="../media/image8.svg"/><Relationship Id="rId1" Type="http://schemas.openxmlformats.org/officeDocument/2006/relationships/tags" Target="../tags/tag467.xml"/><Relationship Id="rId6" Type="http://schemas.openxmlformats.org/officeDocument/2006/relationships/tags" Target="../tags/tag472.xml"/><Relationship Id="rId11" Type="http://schemas.openxmlformats.org/officeDocument/2006/relationships/tags" Target="../tags/tag477.xml"/><Relationship Id="rId5" Type="http://schemas.openxmlformats.org/officeDocument/2006/relationships/tags" Target="../tags/tag471.xml"/><Relationship Id="rId15" Type="http://schemas.openxmlformats.org/officeDocument/2006/relationships/slideLayout" Target="../slideLayouts/slideLayout31.xml"/><Relationship Id="rId10" Type="http://schemas.openxmlformats.org/officeDocument/2006/relationships/tags" Target="../tags/tag476.xml"/><Relationship Id="rId4" Type="http://schemas.openxmlformats.org/officeDocument/2006/relationships/tags" Target="../tags/tag470.xml"/><Relationship Id="rId9" Type="http://schemas.openxmlformats.org/officeDocument/2006/relationships/tags" Target="../tags/tag475.xml"/><Relationship Id="rId14" Type="http://schemas.openxmlformats.org/officeDocument/2006/relationships/tags" Target="../tags/tag480.xml"/></Relationships>
</file>

<file path=ppt/slides/_rels/slide6.xml.rels><?xml version="1.0" encoding="UTF-8" standalone="yes"?>
<Relationships xmlns="http://schemas.openxmlformats.org/package/2006/relationships"><Relationship Id="rId8" Type="http://schemas.openxmlformats.org/officeDocument/2006/relationships/tags" Target="../tags/tag488.xml"/><Relationship Id="rId3" Type="http://schemas.openxmlformats.org/officeDocument/2006/relationships/tags" Target="../tags/tag483.xml"/><Relationship Id="rId7" Type="http://schemas.openxmlformats.org/officeDocument/2006/relationships/tags" Target="../tags/tag487.xml"/><Relationship Id="rId2" Type="http://schemas.openxmlformats.org/officeDocument/2006/relationships/tags" Target="../tags/tag482.xml"/><Relationship Id="rId1" Type="http://schemas.openxmlformats.org/officeDocument/2006/relationships/tags" Target="../tags/tag481.xml"/><Relationship Id="rId6" Type="http://schemas.openxmlformats.org/officeDocument/2006/relationships/tags" Target="../tags/tag486.xml"/><Relationship Id="rId11" Type="http://schemas.openxmlformats.org/officeDocument/2006/relationships/image" Target="../media/image11.png"/><Relationship Id="rId5" Type="http://schemas.openxmlformats.org/officeDocument/2006/relationships/tags" Target="../tags/tag485.xml"/><Relationship Id="rId10" Type="http://schemas.openxmlformats.org/officeDocument/2006/relationships/slideLayout" Target="../slideLayouts/slideLayout34.xml"/><Relationship Id="rId4" Type="http://schemas.openxmlformats.org/officeDocument/2006/relationships/tags" Target="../tags/tag484.xml"/><Relationship Id="rId9" Type="http://schemas.openxmlformats.org/officeDocument/2006/relationships/tags" Target="../tags/tag489.xml"/></Relationships>
</file>

<file path=ppt/slides/_rels/slide7.xml.rels><?xml version="1.0" encoding="UTF-8" standalone="yes"?>
<Relationships xmlns="http://schemas.openxmlformats.org/package/2006/relationships"><Relationship Id="rId8" Type="http://schemas.openxmlformats.org/officeDocument/2006/relationships/tags" Target="../tags/tag497.xml"/><Relationship Id="rId13" Type="http://schemas.openxmlformats.org/officeDocument/2006/relationships/slideLayout" Target="../slideLayouts/slideLayout35.xml"/><Relationship Id="rId3" Type="http://schemas.openxmlformats.org/officeDocument/2006/relationships/tags" Target="../tags/tag492.xml"/><Relationship Id="rId7" Type="http://schemas.openxmlformats.org/officeDocument/2006/relationships/tags" Target="../tags/tag496.xml"/><Relationship Id="rId12" Type="http://schemas.openxmlformats.org/officeDocument/2006/relationships/tags" Target="../tags/tag501.xml"/><Relationship Id="rId2" Type="http://schemas.openxmlformats.org/officeDocument/2006/relationships/tags" Target="../tags/tag491.xml"/><Relationship Id="rId1" Type="http://schemas.openxmlformats.org/officeDocument/2006/relationships/tags" Target="../tags/tag490.xml"/><Relationship Id="rId6" Type="http://schemas.openxmlformats.org/officeDocument/2006/relationships/tags" Target="../tags/tag495.xml"/><Relationship Id="rId11" Type="http://schemas.openxmlformats.org/officeDocument/2006/relationships/tags" Target="../tags/tag500.xml"/><Relationship Id="rId5" Type="http://schemas.openxmlformats.org/officeDocument/2006/relationships/tags" Target="../tags/tag494.xml"/><Relationship Id="rId10" Type="http://schemas.openxmlformats.org/officeDocument/2006/relationships/tags" Target="../tags/tag499.xml"/><Relationship Id="rId4" Type="http://schemas.openxmlformats.org/officeDocument/2006/relationships/tags" Target="../tags/tag493.xml"/><Relationship Id="rId9" Type="http://schemas.openxmlformats.org/officeDocument/2006/relationships/tags" Target="../tags/tag498.xml"/><Relationship Id="rId14" Type="http://schemas.openxmlformats.org/officeDocument/2006/relationships/image" Target="../media/image12.png"/></Relationships>
</file>

<file path=ppt/slides/_rels/slide8.xml.rels><?xml version="1.0" encoding="UTF-8" standalone="yes"?>
<Relationships xmlns="http://schemas.openxmlformats.org/package/2006/relationships"><Relationship Id="rId8" Type="http://schemas.openxmlformats.org/officeDocument/2006/relationships/tags" Target="../tags/tag509.xml"/><Relationship Id="rId13" Type="http://schemas.openxmlformats.org/officeDocument/2006/relationships/tags" Target="../tags/tag514.xml"/><Relationship Id="rId3" Type="http://schemas.openxmlformats.org/officeDocument/2006/relationships/tags" Target="../tags/tag504.xml"/><Relationship Id="rId7" Type="http://schemas.openxmlformats.org/officeDocument/2006/relationships/tags" Target="../tags/tag508.xml"/><Relationship Id="rId12" Type="http://schemas.openxmlformats.org/officeDocument/2006/relationships/tags" Target="../tags/tag513.xml"/><Relationship Id="rId2" Type="http://schemas.openxmlformats.org/officeDocument/2006/relationships/tags" Target="../tags/tag503.xml"/><Relationship Id="rId1" Type="http://schemas.openxmlformats.org/officeDocument/2006/relationships/tags" Target="../tags/tag502.xml"/><Relationship Id="rId6" Type="http://schemas.openxmlformats.org/officeDocument/2006/relationships/tags" Target="../tags/tag507.xml"/><Relationship Id="rId11" Type="http://schemas.openxmlformats.org/officeDocument/2006/relationships/tags" Target="../tags/tag512.xml"/><Relationship Id="rId5" Type="http://schemas.openxmlformats.org/officeDocument/2006/relationships/tags" Target="../tags/tag506.xml"/><Relationship Id="rId15" Type="http://schemas.openxmlformats.org/officeDocument/2006/relationships/slideLayout" Target="../slideLayouts/slideLayout38.xml"/><Relationship Id="rId10" Type="http://schemas.openxmlformats.org/officeDocument/2006/relationships/tags" Target="../tags/tag511.xml"/><Relationship Id="rId4" Type="http://schemas.openxmlformats.org/officeDocument/2006/relationships/tags" Target="../tags/tag505.xml"/><Relationship Id="rId9" Type="http://schemas.openxmlformats.org/officeDocument/2006/relationships/tags" Target="../tags/tag510.xml"/><Relationship Id="rId14" Type="http://schemas.openxmlformats.org/officeDocument/2006/relationships/tags" Target="../tags/tag515.xml"/></Relationships>
</file>

<file path=ppt/slides/_rels/slide9.xml.rels><?xml version="1.0" encoding="UTF-8" standalone="yes"?>
<Relationships xmlns="http://schemas.openxmlformats.org/package/2006/relationships"><Relationship Id="rId8" Type="http://schemas.openxmlformats.org/officeDocument/2006/relationships/tags" Target="../tags/tag523.xml"/><Relationship Id="rId3" Type="http://schemas.openxmlformats.org/officeDocument/2006/relationships/tags" Target="../tags/tag518.xml"/><Relationship Id="rId7" Type="http://schemas.openxmlformats.org/officeDocument/2006/relationships/tags" Target="../tags/tag522.xml"/><Relationship Id="rId12" Type="http://schemas.openxmlformats.org/officeDocument/2006/relationships/slideLayout" Target="../slideLayouts/slideLayout40.xml"/><Relationship Id="rId2" Type="http://schemas.openxmlformats.org/officeDocument/2006/relationships/tags" Target="../tags/tag517.xml"/><Relationship Id="rId1" Type="http://schemas.openxmlformats.org/officeDocument/2006/relationships/tags" Target="../tags/tag516.xml"/><Relationship Id="rId6" Type="http://schemas.openxmlformats.org/officeDocument/2006/relationships/tags" Target="../tags/tag521.xml"/><Relationship Id="rId11" Type="http://schemas.openxmlformats.org/officeDocument/2006/relationships/tags" Target="../tags/tag526.xml"/><Relationship Id="rId5" Type="http://schemas.openxmlformats.org/officeDocument/2006/relationships/tags" Target="../tags/tag520.xml"/><Relationship Id="rId10" Type="http://schemas.openxmlformats.org/officeDocument/2006/relationships/tags" Target="../tags/tag525.xml"/><Relationship Id="rId4" Type="http://schemas.openxmlformats.org/officeDocument/2006/relationships/tags" Target="../tags/tag519.xml"/><Relationship Id="rId9" Type="http://schemas.openxmlformats.org/officeDocument/2006/relationships/tags" Target="../tags/tag524.xml"/></Relationships>
</file>

<file path=ppt/slides/_rels/slide10.xml.rels><?xml version="1.0" encoding="UTF-8" standalone="yes"?>
<Relationships xmlns="http://schemas.openxmlformats.org/package/2006/relationships"><Relationship Id="rId8" Type="http://schemas.openxmlformats.org/officeDocument/2006/relationships/tags" Target="../tags/tag534.xml"/><Relationship Id="rId3" Type="http://schemas.openxmlformats.org/officeDocument/2006/relationships/tags" Target="../tags/tag529.xml"/><Relationship Id="rId7" Type="http://schemas.openxmlformats.org/officeDocument/2006/relationships/tags" Target="../tags/tag533.xml"/><Relationship Id="rId2" Type="http://schemas.openxmlformats.org/officeDocument/2006/relationships/tags" Target="../tags/tag528.xml"/><Relationship Id="rId1" Type="http://schemas.openxmlformats.org/officeDocument/2006/relationships/tags" Target="../tags/tag527.xml"/><Relationship Id="rId6" Type="http://schemas.openxmlformats.org/officeDocument/2006/relationships/tags" Target="../tags/tag532.xml"/><Relationship Id="rId5" Type="http://schemas.openxmlformats.org/officeDocument/2006/relationships/tags" Target="../tags/tag531.xml"/><Relationship Id="rId4" Type="http://schemas.openxmlformats.org/officeDocument/2006/relationships/tags" Target="../tags/tag530.xml"/><Relationship Id="rId9" Type="http://schemas.openxmlformats.org/officeDocument/2006/relationships/slideLayout" Target="../slideLayouts/slideLayout43.xml"/></Relationships>
</file>

<file path=ppt/slides/_rels/slide11.xml.rels><?xml version="1.0" encoding="UTF-8" standalone="yes"?>
<Relationships xmlns="http://schemas.openxmlformats.org/package/2006/relationships"><Relationship Id="rId8" Type="http://schemas.openxmlformats.org/officeDocument/2006/relationships/tags" Target="../tags/tag542.xml"/><Relationship Id="rId13" Type="http://schemas.openxmlformats.org/officeDocument/2006/relationships/tags" Target="../tags/tag547.xml"/><Relationship Id="rId18" Type="http://schemas.openxmlformats.org/officeDocument/2006/relationships/image" Target="../media/image10.svg"/><Relationship Id="rId3" Type="http://schemas.openxmlformats.org/officeDocument/2006/relationships/tags" Target="../tags/tag537.xml"/><Relationship Id="rId7" Type="http://schemas.openxmlformats.org/officeDocument/2006/relationships/tags" Target="../tags/tag541.xml"/><Relationship Id="rId12" Type="http://schemas.openxmlformats.org/officeDocument/2006/relationships/tags" Target="../tags/tag546.xml"/><Relationship Id="rId17" Type="http://schemas.openxmlformats.org/officeDocument/2006/relationships/image" Target="../media/image9.svg"/><Relationship Id="rId2" Type="http://schemas.openxmlformats.org/officeDocument/2006/relationships/tags" Target="../tags/tag536.xml"/><Relationship Id="rId16" Type="http://schemas.openxmlformats.org/officeDocument/2006/relationships/image" Target="../media/image8.svg"/><Relationship Id="rId1" Type="http://schemas.openxmlformats.org/officeDocument/2006/relationships/tags" Target="../tags/tag535.xml"/><Relationship Id="rId6" Type="http://schemas.openxmlformats.org/officeDocument/2006/relationships/tags" Target="../tags/tag540.xml"/><Relationship Id="rId11" Type="http://schemas.openxmlformats.org/officeDocument/2006/relationships/tags" Target="../tags/tag545.xml"/><Relationship Id="rId5" Type="http://schemas.openxmlformats.org/officeDocument/2006/relationships/tags" Target="../tags/tag539.xml"/><Relationship Id="rId15" Type="http://schemas.openxmlformats.org/officeDocument/2006/relationships/slideLayout" Target="../slideLayouts/slideLayout44.xml"/><Relationship Id="rId10" Type="http://schemas.openxmlformats.org/officeDocument/2006/relationships/tags" Target="../tags/tag544.xml"/><Relationship Id="rId4" Type="http://schemas.openxmlformats.org/officeDocument/2006/relationships/tags" Target="../tags/tag538.xml"/><Relationship Id="rId9" Type="http://schemas.openxmlformats.org/officeDocument/2006/relationships/tags" Target="../tags/tag543.xml"/><Relationship Id="rId14" Type="http://schemas.openxmlformats.org/officeDocument/2006/relationships/tags" Target="../tags/tag548.xml"/></Relationships>
</file>

<file path=ppt/slides/_rels/slide12.xml.rels><?xml version="1.0" encoding="UTF-8" standalone="yes"?>
<Relationships xmlns="http://schemas.openxmlformats.org/package/2006/relationships"><Relationship Id="rId8" Type="http://schemas.openxmlformats.org/officeDocument/2006/relationships/tags" Target="../tags/tag556.xml"/><Relationship Id="rId13" Type="http://schemas.openxmlformats.org/officeDocument/2006/relationships/tags" Target="../tags/tag561.xml"/><Relationship Id="rId3" Type="http://schemas.openxmlformats.org/officeDocument/2006/relationships/tags" Target="../tags/tag551.xml"/><Relationship Id="rId7" Type="http://schemas.openxmlformats.org/officeDocument/2006/relationships/tags" Target="../tags/tag555.xml"/><Relationship Id="rId12" Type="http://schemas.openxmlformats.org/officeDocument/2006/relationships/tags" Target="../tags/tag560.xml"/><Relationship Id="rId2" Type="http://schemas.openxmlformats.org/officeDocument/2006/relationships/tags" Target="../tags/tag550.xml"/><Relationship Id="rId1" Type="http://schemas.openxmlformats.org/officeDocument/2006/relationships/tags" Target="../tags/tag549.xml"/><Relationship Id="rId6" Type="http://schemas.openxmlformats.org/officeDocument/2006/relationships/tags" Target="../tags/tag554.xml"/><Relationship Id="rId11" Type="http://schemas.openxmlformats.org/officeDocument/2006/relationships/tags" Target="../tags/tag559.xml"/><Relationship Id="rId5" Type="http://schemas.openxmlformats.org/officeDocument/2006/relationships/tags" Target="../tags/tag553.xml"/><Relationship Id="rId15" Type="http://schemas.openxmlformats.org/officeDocument/2006/relationships/slideLayout" Target="../slideLayouts/slideLayout46.xml"/><Relationship Id="rId10" Type="http://schemas.openxmlformats.org/officeDocument/2006/relationships/tags" Target="../tags/tag558.xml"/><Relationship Id="rId4" Type="http://schemas.openxmlformats.org/officeDocument/2006/relationships/tags" Target="../tags/tag552.xml"/><Relationship Id="rId9" Type="http://schemas.openxmlformats.org/officeDocument/2006/relationships/tags" Target="../tags/tag557.xml"/><Relationship Id="rId14" Type="http://schemas.openxmlformats.org/officeDocument/2006/relationships/tags" Target="../tags/tag562.xml"/></Relationships>
</file>

<file path=ppt/slides/_rels/slide13.xml.rels><?xml version="1.0" encoding="UTF-8" standalone="yes"?>
<Relationships xmlns="http://schemas.openxmlformats.org/package/2006/relationships"><Relationship Id="rId8" Type="http://schemas.openxmlformats.org/officeDocument/2006/relationships/tags" Target="../tags/tag570.xml"/><Relationship Id="rId3" Type="http://schemas.openxmlformats.org/officeDocument/2006/relationships/tags" Target="../tags/tag565.xml"/><Relationship Id="rId7" Type="http://schemas.openxmlformats.org/officeDocument/2006/relationships/tags" Target="../tags/tag569.xml"/><Relationship Id="rId12" Type="http://schemas.openxmlformats.org/officeDocument/2006/relationships/slideLayout" Target="../slideLayouts/slideLayout47.xml"/><Relationship Id="rId2" Type="http://schemas.openxmlformats.org/officeDocument/2006/relationships/tags" Target="../tags/tag564.xml"/><Relationship Id="rId1" Type="http://schemas.openxmlformats.org/officeDocument/2006/relationships/tags" Target="../tags/tag563.xml"/><Relationship Id="rId6" Type="http://schemas.openxmlformats.org/officeDocument/2006/relationships/tags" Target="../tags/tag568.xml"/><Relationship Id="rId11" Type="http://schemas.openxmlformats.org/officeDocument/2006/relationships/tags" Target="../tags/tag573.xml"/><Relationship Id="rId5" Type="http://schemas.openxmlformats.org/officeDocument/2006/relationships/tags" Target="../tags/tag567.xml"/><Relationship Id="rId10" Type="http://schemas.openxmlformats.org/officeDocument/2006/relationships/tags" Target="../tags/tag572.xml"/><Relationship Id="rId4" Type="http://schemas.openxmlformats.org/officeDocument/2006/relationships/tags" Target="../tags/tag566.xml"/><Relationship Id="rId9" Type="http://schemas.openxmlformats.org/officeDocument/2006/relationships/tags" Target="../tags/tag571.xml"/></Relationships>
</file>

<file path=ppt/slides/_rels/slide14.xml.rels><?xml version="1.0" encoding="UTF-8" standalone="yes"?>
<Relationships xmlns="http://schemas.openxmlformats.org/package/2006/relationships"><Relationship Id="rId8" Type="http://schemas.openxmlformats.org/officeDocument/2006/relationships/tags" Target="../tags/tag581.xml"/><Relationship Id="rId3" Type="http://schemas.openxmlformats.org/officeDocument/2006/relationships/tags" Target="../tags/tag576.xml"/><Relationship Id="rId7" Type="http://schemas.openxmlformats.org/officeDocument/2006/relationships/tags" Target="../tags/tag580.xml"/><Relationship Id="rId2" Type="http://schemas.openxmlformats.org/officeDocument/2006/relationships/tags" Target="../tags/tag575.xml"/><Relationship Id="rId1" Type="http://schemas.openxmlformats.org/officeDocument/2006/relationships/tags" Target="../tags/tag574.xml"/><Relationship Id="rId6" Type="http://schemas.openxmlformats.org/officeDocument/2006/relationships/tags" Target="../tags/tag579.xml"/><Relationship Id="rId5" Type="http://schemas.openxmlformats.org/officeDocument/2006/relationships/tags" Target="../tags/tag578.xml"/><Relationship Id="rId4" Type="http://schemas.openxmlformats.org/officeDocument/2006/relationships/tags" Target="../tags/tag577.xml"/><Relationship Id="rId9" Type="http://schemas.openxmlformats.org/officeDocument/2006/relationships/slideLayout" Target="../slideLayouts/slideLayout48.xml"/></Relationships>
</file>

<file path=ppt/slides/_rels/slide15.xml.rels><?xml version="1.0" encoding="UTF-8" standalone="yes"?>
<Relationships xmlns="http://schemas.openxmlformats.org/package/2006/relationships"><Relationship Id="rId8" Type="http://schemas.openxmlformats.org/officeDocument/2006/relationships/tags" Target="../tags/tag589.xml"/><Relationship Id="rId3" Type="http://schemas.openxmlformats.org/officeDocument/2006/relationships/tags" Target="../tags/tag584.xml"/><Relationship Id="rId7" Type="http://schemas.openxmlformats.org/officeDocument/2006/relationships/tags" Target="../tags/tag588.xml"/><Relationship Id="rId2" Type="http://schemas.openxmlformats.org/officeDocument/2006/relationships/tags" Target="../tags/tag583.xml"/><Relationship Id="rId1" Type="http://schemas.openxmlformats.org/officeDocument/2006/relationships/tags" Target="../tags/tag582.xml"/><Relationship Id="rId6" Type="http://schemas.openxmlformats.org/officeDocument/2006/relationships/tags" Target="../tags/tag587.xml"/><Relationship Id="rId5" Type="http://schemas.openxmlformats.org/officeDocument/2006/relationships/tags" Target="../tags/tag586.xml"/><Relationship Id="rId4" Type="http://schemas.openxmlformats.org/officeDocument/2006/relationships/tags" Target="../tags/tag585.xml"/><Relationship Id="rId9" Type="http://schemas.openxmlformats.org/officeDocument/2006/relationships/slideLayout" Target="../slideLayouts/slideLayout49.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2.xml"/><Relationship Id="rId2" Type="http://schemas.openxmlformats.org/officeDocument/2006/relationships/tags" Target="../tags/tag591.xml"/><Relationship Id="rId1" Type="http://schemas.openxmlformats.org/officeDocument/2006/relationships/tags" Target="../tags/tag59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p:cNvSpPr>
            <a:spLocks noGrp="1"/>
          </p:cNvSpPr>
          <p:nvPr>
            <p:ph type="title" idx="16385"/>
            <p:custDataLst>
              <p:tags r:id="rId2"/>
            </p:custDataLst>
          </p:nvPr>
        </p:nvSpPr>
        <p:spPr>
          <a:xfrm>
            <a:off x="-783814" y="2805491"/>
            <a:ext cx="12570815" cy="933350"/>
          </a:xfrm>
        </p:spPr>
        <p:txBody>
          <a:bodyPr>
            <a:normAutofit/>
          </a:bodyPr>
          <a:lstStyle/>
          <a:p>
            <a:r>
              <a:rPr lang="zh-CN" altLang="en-US" sz="4000"/>
              <a:t>Intelligent Spam-Ham Classification System</a:t>
            </a:r>
          </a:p>
        </p:txBody>
      </p:sp>
      <p:sp>
        <p:nvSpPr>
          <p:cNvPr id="4" name="署名占位符 10"/>
          <p:cNvSpPr>
            <a:spLocks noGrp="1"/>
          </p:cNvSpPr>
          <p:nvPr>
            <p:ph type="body" sz="quarter" idx="16387"/>
            <p:custDataLst>
              <p:tags r:id="rId3"/>
            </p:custDataLst>
          </p:nvPr>
        </p:nvSpPr>
        <p:spPr>
          <a:xfrm>
            <a:off x="257128" y="4800319"/>
            <a:ext cx="5244465" cy="1908175"/>
          </a:xfrm>
        </p:spPr>
        <p:style>
          <a:lnRef idx="2">
            <a:schemeClr val="dk1"/>
          </a:lnRef>
          <a:fillRef idx="1">
            <a:schemeClr val="lt1"/>
          </a:fillRef>
          <a:effectRef idx="0">
            <a:schemeClr val="dk1"/>
          </a:effectRef>
          <a:fontRef idx="minor">
            <a:schemeClr val="dk1"/>
          </a:fontRef>
        </p:style>
        <p:txBody>
          <a:bodyPr>
            <a:normAutofit/>
          </a:bodyPr>
          <a:lstStyle/>
          <a:p>
            <a:r>
              <a:rPr lang="zh-CN" altLang="en-US" dirty="0"/>
              <a:t>BY WPS</a:t>
            </a:r>
          </a:p>
        </p:txBody>
      </p:sp>
      <p:sp>
        <p:nvSpPr>
          <p:cNvPr id="2" name="Text Box 1"/>
          <p:cNvSpPr txBox="1"/>
          <p:nvPr/>
        </p:nvSpPr>
        <p:spPr>
          <a:xfrm>
            <a:off x="1486170" y="4905877"/>
            <a:ext cx="2786380" cy="1908175"/>
          </a:xfrm>
          <a:prstGeom prst="rect">
            <a:avLst/>
          </a:prstGeom>
          <a:noFill/>
        </p:spPr>
        <p:txBody>
          <a:bodyPr wrap="square" rtlCol="0">
            <a:noAutofit/>
          </a:bodyPr>
          <a:lstStyle/>
          <a:p>
            <a:r>
              <a:rPr lang="en-US" altLang="zh-CN" dirty="0">
                <a:solidFill>
                  <a:schemeClr val="bg1"/>
                </a:solidFill>
                <a:sym typeface="+mn-ea"/>
              </a:rPr>
              <a:t>Presented</a:t>
            </a:r>
            <a:r>
              <a:rPr lang="zh-CN" altLang="en-US" dirty="0">
                <a:solidFill>
                  <a:schemeClr val="bg1"/>
                </a:solidFill>
                <a:sym typeface="+mn-ea"/>
              </a:rPr>
              <a:t> </a:t>
            </a:r>
            <a:r>
              <a:rPr lang="en-US" altLang="zh-CN" dirty="0">
                <a:solidFill>
                  <a:schemeClr val="bg1"/>
                </a:solidFill>
                <a:sym typeface="+mn-ea"/>
              </a:rPr>
              <a:t>by</a:t>
            </a:r>
            <a:r>
              <a:rPr lang="zh-CN" altLang="en-US" dirty="0">
                <a:solidFill>
                  <a:schemeClr val="bg1"/>
                </a:solidFill>
                <a:sym typeface="+mn-ea"/>
              </a:rPr>
              <a:t> : </a:t>
            </a:r>
          </a:p>
          <a:p>
            <a:endParaRPr lang="zh-CN" altLang="en-US" dirty="0">
              <a:solidFill>
                <a:schemeClr val="bg1"/>
              </a:solidFill>
              <a:sym typeface="+mn-ea"/>
            </a:endParaRPr>
          </a:p>
          <a:p>
            <a:r>
              <a:rPr lang="zh-CN" altLang="en-US" dirty="0">
                <a:solidFill>
                  <a:schemeClr val="bg1"/>
                </a:solidFill>
                <a:sym typeface="+mn-ea"/>
              </a:rPr>
              <a:t>Sanjay </a:t>
            </a:r>
            <a:r>
              <a:rPr lang="en-US" altLang="zh-CN" dirty="0">
                <a:solidFill>
                  <a:schemeClr val="bg1"/>
                </a:solidFill>
                <a:sym typeface="+mn-ea"/>
              </a:rPr>
              <a:t>Kumar</a:t>
            </a:r>
          </a:p>
          <a:p>
            <a:r>
              <a:rPr lang="en-IN" altLang="en-US" dirty="0">
                <a:solidFill>
                  <a:schemeClr val="bg1"/>
                </a:solidFill>
              </a:rPr>
              <a:t>Akshay Kumar</a:t>
            </a:r>
          </a:p>
          <a:p>
            <a:r>
              <a:rPr lang="en-IN" altLang="en-US" dirty="0">
                <a:solidFill>
                  <a:schemeClr val="bg1"/>
                </a:solidFill>
              </a:rPr>
              <a:t>Shristi shikha</a:t>
            </a:r>
          </a:p>
          <a:p>
            <a:r>
              <a:rPr lang="en-IN" altLang="en-US" dirty="0">
                <a:solidFill>
                  <a:schemeClr val="bg1"/>
                </a:solidFill>
              </a:rPr>
              <a:t>Jayshri</a:t>
            </a:r>
          </a:p>
        </p:txBody>
      </p:sp>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副标题 1"/>
          <p:cNvSpPr>
            <a:spLocks noGrp="1"/>
          </p:cNvSpPr>
          <p:nvPr>
            <p:ph type="subTitle" idx="16386"/>
            <p:custDataLst>
              <p:tags r:id="rId2"/>
            </p:custDataLst>
          </p:nvPr>
        </p:nvSpPr>
        <p:spPr/>
        <p:txBody>
          <a:bodyPr/>
          <a:lstStyle/>
          <a:p>
            <a:pPr algn="ctr">
              <a:lnSpc>
                <a:spcPct val="125000"/>
              </a:lnSpc>
            </a:pPr>
            <a:r>
              <a:rPr lang="zh-CN" altLang="en-US"/>
              <a:t>catalog</a:t>
            </a:r>
          </a:p>
        </p:txBody>
      </p:sp>
      <p:sp>
        <p:nvSpPr>
          <p:cNvPr id="3" name="标题 2"/>
          <p:cNvSpPr>
            <a:spLocks noGrp="1"/>
          </p:cNvSpPr>
          <p:nvPr>
            <p:ph type="ctrTitle" idx="16385"/>
            <p:custDataLst>
              <p:tags r:id="rId3"/>
            </p:custDataLst>
          </p:nvPr>
        </p:nvSpPr>
        <p:spPr/>
        <p:txBody>
          <a:bodyPr>
            <a:normAutofit fontScale="90000"/>
          </a:bodyPr>
          <a:lstStyle/>
          <a:p>
            <a:pPr algn="ctr">
              <a:lnSpc>
                <a:spcPct val="104000"/>
              </a:lnSpc>
            </a:pPr>
            <a:r>
              <a:rPr lang="zh-CN" altLang="en-US" sz="4000"/>
              <a:t>Contents</a:t>
            </a:r>
          </a:p>
        </p:txBody>
      </p:sp>
      <p:sp>
        <p:nvSpPr>
          <p:cNvPr id="4" name="文本占位符 3"/>
          <p:cNvSpPr>
            <a:spLocks noGrp="1"/>
          </p:cNvSpPr>
          <p:nvPr>
            <p:ph type="body" idx="16388"/>
            <p:custDataLst>
              <p:tags r:id="rId4"/>
            </p:custDataLst>
          </p:nvPr>
        </p:nvSpPr>
        <p:spPr/>
        <p:txBody>
          <a:bodyPr/>
          <a:lstStyle/>
          <a:p>
            <a:pPr algn="ctr">
              <a:lnSpc>
                <a:spcPct val="109000"/>
              </a:lnSpc>
            </a:pPr>
            <a:r>
              <a:rPr lang="en-US" altLang="en-US"/>
              <a:t>01</a:t>
            </a:r>
          </a:p>
        </p:txBody>
      </p:sp>
      <p:sp>
        <p:nvSpPr>
          <p:cNvPr id="5" name="装饰  3"/>
          <p:cNvSpPr>
            <a:spLocks noGrp="1"/>
          </p:cNvSpPr>
          <p:nvPr>
            <p:ph type="body" idx="16399"/>
            <p:custDataLst>
              <p:tags r:id="rId5"/>
            </p:custDataLst>
          </p:nvPr>
        </p:nvSpPr>
        <p:spPr/>
        <p:txBody>
          <a:bodyPr/>
          <a:lstStyle/>
          <a:p>
            <a:r>
              <a:rPr lang="zh-CN" altLang="en-US"/>
              <a:t> </a:t>
            </a:r>
          </a:p>
        </p:txBody>
      </p:sp>
      <p:sp>
        <p:nvSpPr>
          <p:cNvPr id="6" name="文本占位符 5"/>
          <p:cNvSpPr>
            <a:spLocks noGrp="1"/>
          </p:cNvSpPr>
          <p:nvPr>
            <p:ph type="body" idx="16387"/>
            <p:custDataLst>
              <p:tags r:id="rId6"/>
            </p:custDataLst>
          </p:nvPr>
        </p:nvSpPr>
        <p:spPr/>
        <p:txBody>
          <a:bodyPr>
            <a:normAutofit fontScale="60000"/>
          </a:bodyPr>
          <a:lstStyle/>
          <a:p>
            <a:pPr algn="l">
              <a:lnSpc>
                <a:spcPct val="118000"/>
              </a:lnSpc>
            </a:pPr>
            <a:r>
              <a:rPr lang="zh-CN" altLang="en-US"/>
              <a:t>Introduction to Intelligent Spam-Ham Classification</a:t>
            </a:r>
          </a:p>
        </p:txBody>
      </p:sp>
      <p:sp>
        <p:nvSpPr>
          <p:cNvPr id="7" name="文本占位符 6"/>
          <p:cNvSpPr>
            <a:spLocks noGrp="1"/>
          </p:cNvSpPr>
          <p:nvPr>
            <p:ph type="body" idx="16390"/>
            <p:custDataLst>
              <p:tags r:id="rId7"/>
            </p:custDataLst>
          </p:nvPr>
        </p:nvSpPr>
        <p:spPr/>
        <p:txBody>
          <a:bodyPr/>
          <a:lstStyle/>
          <a:p>
            <a:pPr algn="ctr">
              <a:lnSpc>
                <a:spcPct val="109000"/>
              </a:lnSpc>
            </a:pPr>
            <a:r>
              <a:rPr lang="en-US" altLang="en-US"/>
              <a:t>02</a:t>
            </a:r>
          </a:p>
        </p:txBody>
      </p:sp>
      <p:sp>
        <p:nvSpPr>
          <p:cNvPr id="8" name="装饰  6"/>
          <p:cNvSpPr>
            <a:spLocks noGrp="1"/>
          </p:cNvSpPr>
          <p:nvPr>
            <p:ph type="body" idx="16400"/>
            <p:custDataLst>
              <p:tags r:id="rId8"/>
            </p:custDataLst>
          </p:nvPr>
        </p:nvSpPr>
        <p:spPr/>
        <p:txBody>
          <a:bodyPr/>
          <a:lstStyle/>
          <a:p>
            <a:r>
              <a:rPr lang="zh-CN" altLang="en-US"/>
              <a:t> </a:t>
            </a:r>
          </a:p>
        </p:txBody>
      </p:sp>
      <p:sp>
        <p:nvSpPr>
          <p:cNvPr id="9" name="文本占位符 8"/>
          <p:cNvSpPr>
            <a:spLocks noGrp="1"/>
          </p:cNvSpPr>
          <p:nvPr>
            <p:ph type="body" idx="16389"/>
            <p:custDataLst>
              <p:tags r:id="rId9"/>
            </p:custDataLst>
          </p:nvPr>
        </p:nvSpPr>
        <p:spPr/>
        <p:txBody>
          <a:bodyPr>
            <a:normAutofit/>
          </a:bodyPr>
          <a:lstStyle/>
          <a:p>
            <a:pPr algn="l">
              <a:lnSpc>
                <a:spcPct val="118000"/>
              </a:lnSpc>
            </a:pPr>
            <a:r>
              <a:rPr lang="zh-CN" altLang="en-US" sz="1400"/>
              <a:t>System Analysis and Research Gap</a:t>
            </a:r>
          </a:p>
        </p:txBody>
      </p:sp>
      <p:sp>
        <p:nvSpPr>
          <p:cNvPr id="10" name="文本占位符 9"/>
          <p:cNvSpPr>
            <a:spLocks noGrp="1"/>
          </p:cNvSpPr>
          <p:nvPr>
            <p:ph type="body" idx="16392"/>
            <p:custDataLst>
              <p:tags r:id="rId10"/>
            </p:custDataLst>
          </p:nvPr>
        </p:nvSpPr>
        <p:spPr/>
        <p:txBody>
          <a:bodyPr/>
          <a:lstStyle/>
          <a:p>
            <a:pPr algn="ctr">
              <a:lnSpc>
                <a:spcPct val="109000"/>
              </a:lnSpc>
            </a:pPr>
            <a:r>
              <a:rPr lang="en-US" altLang="en-US"/>
              <a:t>03</a:t>
            </a:r>
          </a:p>
        </p:txBody>
      </p:sp>
      <p:sp>
        <p:nvSpPr>
          <p:cNvPr id="11" name="装饰  9"/>
          <p:cNvSpPr>
            <a:spLocks noGrp="1"/>
          </p:cNvSpPr>
          <p:nvPr>
            <p:ph type="body" idx="16401"/>
            <p:custDataLst>
              <p:tags r:id="rId11"/>
            </p:custDataLst>
          </p:nvPr>
        </p:nvSpPr>
        <p:spPr/>
        <p:txBody>
          <a:bodyPr/>
          <a:lstStyle/>
          <a:p>
            <a:r>
              <a:rPr lang="zh-CN" altLang="en-US"/>
              <a:t> </a:t>
            </a:r>
          </a:p>
        </p:txBody>
      </p:sp>
      <p:sp>
        <p:nvSpPr>
          <p:cNvPr id="12" name="文本占位符 11"/>
          <p:cNvSpPr>
            <a:spLocks noGrp="1"/>
          </p:cNvSpPr>
          <p:nvPr>
            <p:ph type="body" idx="16391"/>
            <p:custDataLst>
              <p:tags r:id="rId12"/>
            </p:custDataLst>
          </p:nvPr>
        </p:nvSpPr>
        <p:spPr/>
        <p:txBody>
          <a:bodyPr>
            <a:normAutofit fontScale="60000"/>
          </a:bodyPr>
          <a:lstStyle/>
          <a:p>
            <a:pPr algn="l">
              <a:lnSpc>
                <a:spcPct val="118000"/>
              </a:lnSpc>
            </a:pPr>
            <a:r>
              <a:rPr lang="zh-CN" altLang="en-US"/>
              <a:t>Proposed System Architecture and Methodology</a:t>
            </a:r>
          </a:p>
        </p:txBody>
      </p:sp>
      <p:sp>
        <p:nvSpPr>
          <p:cNvPr id="13" name="文本占位符 12"/>
          <p:cNvSpPr>
            <a:spLocks noGrp="1"/>
          </p:cNvSpPr>
          <p:nvPr>
            <p:ph type="body" idx="16394"/>
            <p:custDataLst>
              <p:tags r:id="rId13"/>
            </p:custDataLst>
          </p:nvPr>
        </p:nvSpPr>
        <p:spPr/>
        <p:txBody>
          <a:bodyPr/>
          <a:lstStyle/>
          <a:p>
            <a:pPr algn="ctr">
              <a:lnSpc>
                <a:spcPct val="109000"/>
              </a:lnSpc>
            </a:pPr>
            <a:r>
              <a:rPr lang="en-US" altLang="en-US"/>
              <a:t>04</a:t>
            </a:r>
          </a:p>
        </p:txBody>
      </p:sp>
      <p:sp>
        <p:nvSpPr>
          <p:cNvPr id="14" name="装饰  2"/>
          <p:cNvSpPr>
            <a:spLocks noGrp="1"/>
          </p:cNvSpPr>
          <p:nvPr>
            <p:ph type="body" idx="16402"/>
            <p:custDataLst>
              <p:tags r:id="rId14"/>
            </p:custDataLst>
          </p:nvPr>
        </p:nvSpPr>
        <p:spPr/>
        <p:txBody>
          <a:bodyPr/>
          <a:lstStyle/>
          <a:p>
            <a:r>
              <a:rPr lang="zh-CN" altLang="en-US"/>
              <a:t> </a:t>
            </a:r>
          </a:p>
        </p:txBody>
      </p:sp>
      <p:sp>
        <p:nvSpPr>
          <p:cNvPr id="15" name="文本占位符 14"/>
          <p:cNvSpPr>
            <a:spLocks noGrp="1"/>
          </p:cNvSpPr>
          <p:nvPr>
            <p:ph type="body" idx="16393"/>
            <p:custDataLst>
              <p:tags r:id="rId15"/>
            </p:custDataLst>
          </p:nvPr>
        </p:nvSpPr>
        <p:spPr/>
        <p:txBody>
          <a:bodyPr>
            <a:normAutofit/>
          </a:bodyPr>
          <a:lstStyle/>
          <a:p>
            <a:pPr algn="l">
              <a:lnSpc>
                <a:spcPct val="118000"/>
              </a:lnSpc>
            </a:pPr>
            <a:r>
              <a:rPr lang="zh-CN" altLang="en-US" sz="1400"/>
              <a:t>System Specifications and Components</a:t>
            </a:r>
          </a:p>
        </p:txBody>
      </p:sp>
      <p:sp>
        <p:nvSpPr>
          <p:cNvPr id="16" name="文本占位符 15"/>
          <p:cNvSpPr>
            <a:spLocks noGrp="1"/>
          </p:cNvSpPr>
          <p:nvPr>
            <p:ph type="body" idx="16396"/>
            <p:custDataLst>
              <p:tags r:id="rId16"/>
            </p:custDataLst>
          </p:nvPr>
        </p:nvSpPr>
        <p:spPr/>
        <p:txBody>
          <a:bodyPr/>
          <a:lstStyle/>
          <a:p>
            <a:pPr algn="ctr">
              <a:lnSpc>
                <a:spcPct val="109000"/>
              </a:lnSpc>
            </a:pPr>
            <a:r>
              <a:rPr lang="en-US" altLang="en-US"/>
              <a:t>05</a:t>
            </a:r>
          </a:p>
        </p:txBody>
      </p:sp>
      <p:sp>
        <p:nvSpPr>
          <p:cNvPr id="17" name="装饰  5"/>
          <p:cNvSpPr>
            <a:spLocks noGrp="1"/>
          </p:cNvSpPr>
          <p:nvPr>
            <p:ph type="body" idx="16403"/>
            <p:custDataLst>
              <p:tags r:id="rId17"/>
            </p:custDataLst>
          </p:nvPr>
        </p:nvSpPr>
        <p:spPr/>
        <p:txBody>
          <a:bodyPr/>
          <a:lstStyle/>
          <a:p>
            <a:r>
              <a:rPr lang="zh-CN" altLang="en-US"/>
              <a:t> </a:t>
            </a:r>
          </a:p>
        </p:txBody>
      </p:sp>
      <p:sp>
        <p:nvSpPr>
          <p:cNvPr id="18" name="文本占位符 17"/>
          <p:cNvSpPr>
            <a:spLocks noGrp="1"/>
          </p:cNvSpPr>
          <p:nvPr>
            <p:ph type="body" idx="16395"/>
            <p:custDataLst>
              <p:tags r:id="rId18"/>
            </p:custDataLst>
          </p:nvPr>
        </p:nvSpPr>
        <p:spPr/>
        <p:txBody>
          <a:bodyPr>
            <a:normAutofit/>
          </a:bodyPr>
          <a:lstStyle/>
          <a:p>
            <a:pPr algn="l">
              <a:lnSpc>
                <a:spcPct val="118000"/>
              </a:lnSpc>
            </a:pPr>
            <a:r>
              <a:rPr lang="zh-CN" altLang="en-US" sz="1400"/>
              <a:t>UML Analysis and System Flow</a:t>
            </a:r>
          </a:p>
        </p:txBody>
      </p:sp>
      <p:sp>
        <p:nvSpPr>
          <p:cNvPr id="19" name="文本占位符 18"/>
          <p:cNvSpPr>
            <a:spLocks noGrp="1"/>
          </p:cNvSpPr>
          <p:nvPr>
            <p:ph type="body" idx="16398"/>
            <p:custDataLst>
              <p:tags r:id="rId19"/>
            </p:custDataLst>
          </p:nvPr>
        </p:nvSpPr>
        <p:spPr/>
        <p:txBody>
          <a:bodyPr/>
          <a:lstStyle/>
          <a:p>
            <a:pPr algn="ctr">
              <a:lnSpc>
                <a:spcPct val="109000"/>
              </a:lnSpc>
            </a:pPr>
            <a:r>
              <a:rPr lang="en-US" altLang="en-US"/>
              <a:t>06</a:t>
            </a:r>
          </a:p>
        </p:txBody>
      </p:sp>
      <p:sp>
        <p:nvSpPr>
          <p:cNvPr id="20" name="装饰  8"/>
          <p:cNvSpPr>
            <a:spLocks noGrp="1"/>
          </p:cNvSpPr>
          <p:nvPr>
            <p:ph type="body" idx="16404"/>
            <p:custDataLst>
              <p:tags r:id="rId20"/>
            </p:custDataLst>
          </p:nvPr>
        </p:nvSpPr>
        <p:spPr/>
        <p:txBody>
          <a:bodyPr/>
          <a:lstStyle/>
          <a:p>
            <a:r>
              <a:rPr lang="zh-CN" altLang="en-US"/>
              <a:t> </a:t>
            </a:r>
          </a:p>
        </p:txBody>
      </p:sp>
      <p:sp>
        <p:nvSpPr>
          <p:cNvPr id="21" name="文本占位符 20"/>
          <p:cNvSpPr>
            <a:spLocks noGrp="1"/>
          </p:cNvSpPr>
          <p:nvPr>
            <p:ph type="body" idx="16397"/>
            <p:custDataLst>
              <p:tags r:id="rId21"/>
            </p:custDataLst>
          </p:nvPr>
        </p:nvSpPr>
        <p:spPr/>
        <p:txBody>
          <a:bodyPr>
            <a:normAutofit/>
          </a:bodyPr>
          <a:lstStyle/>
          <a:p>
            <a:pPr algn="l">
              <a:lnSpc>
                <a:spcPct val="118000"/>
              </a:lnSpc>
            </a:pPr>
            <a:r>
              <a:rPr lang="zh-CN" altLang="en-US" sz="1400"/>
              <a:t>Conclusion and Future Enhancements</a:t>
            </a:r>
          </a:p>
        </p:txBody>
      </p:sp>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idx="16385"/>
            <p:custDataLst>
              <p:tags r:id="rId2"/>
            </p:custDataLst>
          </p:nvPr>
        </p:nvSpPr>
        <p:spPr/>
        <p:txBody>
          <a:bodyPr>
            <a:normAutofit/>
          </a:bodyPr>
          <a:lstStyle/>
          <a:p>
            <a:pPr algn="l">
              <a:lnSpc>
                <a:spcPct val="111000"/>
              </a:lnSpc>
            </a:pPr>
            <a:r>
              <a:rPr lang="zh-CN" altLang="en-US"/>
              <a:t>The Digital Communication Challenge</a:t>
            </a:r>
          </a:p>
        </p:txBody>
      </p:sp>
      <p:pic>
        <p:nvPicPr>
          <p:cNvPr id="3" name="Picture Placeholder 2" descr="db8b2c2b-47a8-11f1-9527-ea18d64b997c"/>
          <p:cNvPicPr>
            <a:picLocks noGrp="1" noChangeAspect="1"/>
          </p:cNvPicPr>
          <p:nvPr>
            <p:ph type="pic" idx="16392"/>
            <p:custDataLst>
              <p:tags r:id="rId3"/>
            </p:custDataLst>
          </p:nvPr>
        </p:nvPicPr>
        <p:blipFill>
          <a:blip r:embed="rId13"/>
          <a:srcRect/>
          <a:stretch>
            <a:fillRect/>
          </a:stretch>
        </p:blipFill>
        <p:spPr>
          <a:xfrm>
            <a:off x="609600" y="1600200"/>
            <a:ext cx="1219200" cy="1219200"/>
          </a:xfrm>
          <a:custGeom>
            <a:avLst/>
            <a:gdLst>
              <a:gd name="connisteX0" fmla="*/ 0 w 1219200"/>
              <a:gd name="connsiteY0" fmla="*/ 609600 h 1219200"/>
              <a:gd name="connisteX1" fmla="*/ 609600 w 1219200"/>
              <a:gd name="connsiteY1" fmla="*/ 0 h 1219200"/>
              <a:gd name="connisteX2" fmla="*/ 609600 w 1219200"/>
              <a:gd name="connsiteY2" fmla="*/ 0 h 1219200"/>
              <a:gd name="connisteX3" fmla="*/ 1219200 w 1219200"/>
              <a:gd name="connsiteY3" fmla="*/ 609600 h 1219200"/>
              <a:gd name="connisteX4" fmla="*/ 1219200 w 1219200"/>
              <a:gd name="connsiteY4" fmla="*/ 609600 h 1219200"/>
              <a:gd name="connisteX5" fmla="*/ 609600 w 1219200"/>
              <a:gd name="connsiteY5" fmla="*/ 1219200 h 1219200"/>
              <a:gd name="connisteX6" fmla="*/ 609600 w 1219200"/>
              <a:gd name="connsiteY6" fmla="*/ 1219200 h 1219200"/>
              <a:gd name="connisteX7" fmla="*/ 0 w 1219200"/>
              <a:gd name="connsiteY7" fmla="*/ 609600 h 1219200"/>
              <a:gd name="connisteX8" fmla="*/ 0 w 1219200"/>
              <a:gd name="connsiteY8" fmla="*/ 609600 h 1219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1219200" h="1219200">
                <a:moveTo>
                  <a:pt x="0" y="609600"/>
                </a:moveTo>
                <a:cubicBezTo>
                  <a:pt x="0" y="272927"/>
                  <a:pt x="272927" y="0"/>
                  <a:pt x="609600" y="0"/>
                </a:cubicBezTo>
                <a:lnTo>
                  <a:pt x="609600" y="0"/>
                </a:lnTo>
                <a:cubicBezTo>
                  <a:pt x="946273" y="0"/>
                  <a:pt x="1219200" y="272927"/>
                  <a:pt x="1219200" y="609600"/>
                </a:cubicBezTo>
                <a:lnTo>
                  <a:pt x="1219200" y="609600"/>
                </a:lnTo>
                <a:cubicBezTo>
                  <a:pt x="1219200" y="946273"/>
                  <a:pt x="946273" y="1219200"/>
                  <a:pt x="609600" y="1219200"/>
                </a:cubicBezTo>
                <a:lnTo>
                  <a:pt x="609600" y="1219200"/>
                </a:lnTo>
                <a:cubicBezTo>
                  <a:pt x="272927" y="1219200"/>
                  <a:pt x="0" y="946273"/>
                  <a:pt x="0" y="609600"/>
                </a:cubicBezTo>
                <a:lnTo>
                  <a:pt x="0" y="609600"/>
                </a:lnTo>
                <a:close/>
              </a:path>
            </a:pathLst>
          </a:custGeom>
        </p:spPr>
      </p:pic>
      <p:sp>
        <p:nvSpPr>
          <p:cNvPr id="4" name="Text Placeholder 3"/>
          <p:cNvSpPr>
            <a:spLocks noGrp="1"/>
          </p:cNvSpPr>
          <p:nvPr>
            <p:ph type="body" idx="16386"/>
            <p:custDataLst>
              <p:tags r:id="rId4"/>
            </p:custDataLst>
          </p:nvPr>
        </p:nvSpPr>
        <p:spPr/>
        <p:txBody>
          <a:bodyPr>
            <a:normAutofit/>
          </a:bodyPr>
          <a:lstStyle/>
          <a:p>
            <a:pPr algn="l">
              <a:lnSpc>
                <a:spcPct val="111000"/>
              </a:lnSpc>
            </a:pPr>
            <a:r>
              <a:rPr lang="zh-CN" altLang="en-US"/>
              <a:t>Exponential Growth of Digital Communication</a:t>
            </a:r>
          </a:p>
        </p:txBody>
      </p:sp>
      <p:sp>
        <p:nvSpPr>
          <p:cNvPr id="5" name="Text Placeholder 4"/>
          <p:cNvSpPr>
            <a:spLocks noGrp="1"/>
          </p:cNvSpPr>
          <p:nvPr>
            <p:ph type="body" idx="16387"/>
            <p:custDataLst>
              <p:tags r:id="rId5"/>
            </p:custDataLst>
          </p:nvPr>
        </p:nvSpPr>
        <p:spPr/>
        <p:txBody>
          <a:bodyPr>
            <a:normAutofit fontScale="90000"/>
          </a:bodyPr>
          <a:lstStyle/>
          <a:p>
            <a:pPr algn="l">
              <a:lnSpc>
                <a:spcPct val="125000"/>
              </a:lnSpc>
            </a:pPr>
            <a:r>
              <a:rPr lang="zh-CN" altLang="en-US"/>
              <a:t>The contemporary digital era has witnessed an overwhelming increase in electronic messaging, including emails and SMS, making manual filtering of communications practically impossible due to the sheer volume of data.</a:t>
            </a:r>
          </a:p>
        </p:txBody>
      </p:sp>
      <p:pic>
        <p:nvPicPr>
          <p:cNvPr id="6" name="Picture Placeholder 5" descr="db8b2c47-47a8-11f1-9527-ea18d64b997c"/>
          <p:cNvPicPr>
            <a:picLocks noGrp="1" noChangeAspect="1"/>
          </p:cNvPicPr>
          <p:nvPr>
            <p:ph type="pic" idx="16393"/>
            <p:custDataLst>
              <p:tags r:id="rId6"/>
            </p:custDataLst>
          </p:nvPr>
        </p:nvPicPr>
        <p:blipFill>
          <a:blip r:embed="rId14"/>
          <a:srcRect/>
          <a:stretch>
            <a:fillRect/>
          </a:stretch>
        </p:blipFill>
        <p:spPr>
          <a:xfrm>
            <a:off x="609600" y="3276600"/>
            <a:ext cx="1219200" cy="1219200"/>
          </a:xfrm>
          <a:custGeom>
            <a:avLst/>
            <a:gdLst>
              <a:gd name="connisteX0" fmla="*/ 0 w 1219200"/>
              <a:gd name="connsiteY0" fmla="*/ 609600 h 1219200"/>
              <a:gd name="connisteX1" fmla="*/ 609600 w 1219200"/>
              <a:gd name="connsiteY1" fmla="*/ 0 h 1219200"/>
              <a:gd name="connisteX2" fmla="*/ 609600 w 1219200"/>
              <a:gd name="connsiteY2" fmla="*/ 0 h 1219200"/>
              <a:gd name="connisteX3" fmla="*/ 1219200 w 1219200"/>
              <a:gd name="connsiteY3" fmla="*/ 609600 h 1219200"/>
              <a:gd name="connisteX4" fmla="*/ 1219200 w 1219200"/>
              <a:gd name="connsiteY4" fmla="*/ 609600 h 1219200"/>
              <a:gd name="connisteX5" fmla="*/ 609600 w 1219200"/>
              <a:gd name="connsiteY5" fmla="*/ 1219200 h 1219200"/>
              <a:gd name="connisteX6" fmla="*/ 609600 w 1219200"/>
              <a:gd name="connsiteY6" fmla="*/ 1219200 h 1219200"/>
              <a:gd name="connisteX7" fmla="*/ 0 w 1219200"/>
              <a:gd name="connsiteY7" fmla="*/ 609600 h 1219200"/>
              <a:gd name="connisteX8" fmla="*/ 0 w 1219200"/>
              <a:gd name="connsiteY8" fmla="*/ 609600 h 1219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1219200" h="1219200">
                <a:moveTo>
                  <a:pt x="0" y="609600"/>
                </a:moveTo>
                <a:cubicBezTo>
                  <a:pt x="0" y="272927"/>
                  <a:pt x="272927" y="0"/>
                  <a:pt x="609600" y="0"/>
                </a:cubicBezTo>
                <a:lnTo>
                  <a:pt x="609600" y="0"/>
                </a:lnTo>
                <a:cubicBezTo>
                  <a:pt x="946273" y="0"/>
                  <a:pt x="1219200" y="272927"/>
                  <a:pt x="1219200" y="609600"/>
                </a:cubicBezTo>
                <a:lnTo>
                  <a:pt x="1219200" y="609600"/>
                </a:lnTo>
                <a:cubicBezTo>
                  <a:pt x="1219200" y="946273"/>
                  <a:pt x="946273" y="1219200"/>
                  <a:pt x="609600" y="1219200"/>
                </a:cubicBezTo>
                <a:lnTo>
                  <a:pt x="609600" y="1219200"/>
                </a:lnTo>
                <a:cubicBezTo>
                  <a:pt x="272927" y="1219200"/>
                  <a:pt x="0" y="946273"/>
                  <a:pt x="0" y="609600"/>
                </a:cubicBezTo>
                <a:lnTo>
                  <a:pt x="0" y="609600"/>
                </a:lnTo>
                <a:close/>
              </a:path>
            </a:pathLst>
          </a:custGeom>
        </p:spPr>
      </p:pic>
      <p:sp>
        <p:nvSpPr>
          <p:cNvPr id="7" name="Text Placeholder 6"/>
          <p:cNvSpPr>
            <a:spLocks noGrp="1"/>
          </p:cNvSpPr>
          <p:nvPr>
            <p:ph type="body" idx="16388"/>
            <p:custDataLst>
              <p:tags r:id="rId7"/>
            </p:custDataLst>
          </p:nvPr>
        </p:nvSpPr>
        <p:spPr/>
        <p:txBody>
          <a:bodyPr>
            <a:normAutofit/>
          </a:bodyPr>
          <a:lstStyle/>
          <a:p>
            <a:pPr algn="l">
              <a:lnSpc>
                <a:spcPct val="111000"/>
              </a:lnSpc>
            </a:pPr>
            <a:r>
              <a:rPr lang="zh-CN" altLang="en-US"/>
              <a:t>The Pervasive Problem of Spam</a:t>
            </a:r>
          </a:p>
        </p:txBody>
      </p:sp>
      <p:sp>
        <p:nvSpPr>
          <p:cNvPr id="8" name="Text Placeholder 7"/>
          <p:cNvSpPr>
            <a:spLocks noGrp="1"/>
          </p:cNvSpPr>
          <p:nvPr>
            <p:ph type="body" idx="16389"/>
            <p:custDataLst>
              <p:tags r:id="rId8"/>
            </p:custDataLst>
          </p:nvPr>
        </p:nvSpPr>
        <p:spPr/>
        <p:txBody>
          <a:bodyPr>
            <a:normAutofit/>
          </a:bodyPr>
          <a:lstStyle/>
          <a:p>
            <a:pPr algn="l">
              <a:lnSpc>
                <a:spcPct val="125000"/>
              </a:lnSpc>
            </a:pPr>
            <a:r>
              <a:rPr lang="zh-CN" altLang="en-US" sz="1400"/>
              <a:t>This growth has brought forth the significant challenge of unsolicited, fraudulent, and malicious communications, commonly referred to as "Spam," which poses security risks and productivity loss.</a:t>
            </a:r>
          </a:p>
        </p:txBody>
      </p:sp>
      <p:pic>
        <p:nvPicPr>
          <p:cNvPr id="9" name="Picture Placeholder 8" descr="db8b360a-47a8-11f1-9527-ea18d64b997c"/>
          <p:cNvPicPr>
            <a:picLocks noGrp="1" noChangeAspect="1"/>
          </p:cNvPicPr>
          <p:nvPr>
            <p:ph type="pic" idx="16394"/>
            <p:custDataLst>
              <p:tags r:id="rId9"/>
            </p:custDataLst>
          </p:nvPr>
        </p:nvPicPr>
        <p:blipFill>
          <a:blip r:embed="rId15"/>
          <a:srcRect/>
          <a:stretch>
            <a:fillRect/>
          </a:stretch>
        </p:blipFill>
        <p:spPr>
          <a:xfrm>
            <a:off x="609600" y="4953000"/>
            <a:ext cx="1219200" cy="1219200"/>
          </a:xfrm>
          <a:custGeom>
            <a:avLst/>
            <a:gdLst>
              <a:gd name="connisteX0" fmla="*/ 0 w 1219200"/>
              <a:gd name="connsiteY0" fmla="*/ 609600 h 1219200"/>
              <a:gd name="connisteX1" fmla="*/ 609600 w 1219200"/>
              <a:gd name="connsiteY1" fmla="*/ 0 h 1219200"/>
              <a:gd name="connisteX2" fmla="*/ 609600 w 1219200"/>
              <a:gd name="connsiteY2" fmla="*/ 0 h 1219200"/>
              <a:gd name="connisteX3" fmla="*/ 1219200 w 1219200"/>
              <a:gd name="connsiteY3" fmla="*/ 609600 h 1219200"/>
              <a:gd name="connisteX4" fmla="*/ 1219200 w 1219200"/>
              <a:gd name="connsiteY4" fmla="*/ 609600 h 1219200"/>
              <a:gd name="connisteX5" fmla="*/ 609600 w 1219200"/>
              <a:gd name="connsiteY5" fmla="*/ 1219200 h 1219200"/>
              <a:gd name="connisteX6" fmla="*/ 609600 w 1219200"/>
              <a:gd name="connsiteY6" fmla="*/ 1219200 h 1219200"/>
              <a:gd name="connisteX7" fmla="*/ 0 w 1219200"/>
              <a:gd name="connsiteY7" fmla="*/ 609600 h 1219200"/>
              <a:gd name="connisteX8" fmla="*/ 0 w 1219200"/>
              <a:gd name="connsiteY8" fmla="*/ 609600 h 1219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1219200" h="1219200">
                <a:moveTo>
                  <a:pt x="0" y="609600"/>
                </a:moveTo>
                <a:cubicBezTo>
                  <a:pt x="0" y="272927"/>
                  <a:pt x="272927" y="0"/>
                  <a:pt x="609600" y="0"/>
                </a:cubicBezTo>
                <a:lnTo>
                  <a:pt x="609600" y="0"/>
                </a:lnTo>
                <a:cubicBezTo>
                  <a:pt x="946273" y="0"/>
                  <a:pt x="1219200" y="272927"/>
                  <a:pt x="1219200" y="609600"/>
                </a:cubicBezTo>
                <a:lnTo>
                  <a:pt x="1219200" y="609600"/>
                </a:lnTo>
                <a:cubicBezTo>
                  <a:pt x="1219200" y="946273"/>
                  <a:pt x="946273" y="1219200"/>
                  <a:pt x="609600" y="1219200"/>
                </a:cubicBezTo>
                <a:lnTo>
                  <a:pt x="609600" y="1219200"/>
                </a:lnTo>
                <a:cubicBezTo>
                  <a:pt x="272927" y="1219200"/>
                  <a:pt x="0" y="946273"/>
                  <a:pt x="0" y="609600"/>
                </a:cubicBezTo>
                <a:lnTo>
                  <a:pt x="0" y="609600"/>
                </a:lnTo>
                <a:close/>
              </a:path>
            </a:pathLst>
          </a:custGeom>
        </p:spPr>
      </p:pic>
      <p:sp>
        <p:nvSpPr>
          <p:cNvPr id="10" name="Text Placeholder 9"/>
          <p:cNvSpPr>
            <a:spLocks noGrp="1"/>
          </p:cNvSpPr>
          <p:nvPr>
            <p:ph type="body" idx="16390"/>
            <p:custDataLst>
              <p:tags r:id="rId10"/>
            </p:custDataLst>
          </p:nvPr>
        </p:nvSpPr>
        <p:spPr/>
        <p:txBody>
          <a:bodyPr>
            <a:normAutofit/>
          </a:bodyPr>
          <a:lstStyle/>
          <a:p>
            <a:pPr algn="l">
              <a:lnSpc>
                <a:spcPct val="111000"/>
              </a:lnSpc>
            </a:pPr>
            <a:r>
              <a:rPr lang="zh-CN" altLang="en-US"/>
              <a:t>Limitations of Manual Filtering</a:t>
            </a:r>
          </a:p>
        </p:txBody>
      </p:sp>
      <p:sp>
        <p:nvSpPr>
          <p:cNvPr id="11" name="Text Placeholder 10"/>
          <p:cNvSpPr>
            <a:spLocks noGrp="1"/>
          </p:cNvSpPr>
          <p:nvPr>
            <p:ph type="body" idx="16391"/>
            <p:custDataLst>
              <p:tags r:id="rId11"/>
            </p:custDataLst>
          </p:nvPr>
        </p:nvSpPr>
        <p:spPr/>
        <p:txBody>
          <a:bodyPr>
            <a:normAutofit fontScale="90000"/>
          </a:bodyPr>
          <a:lstStyle/>
          <a:p>
            <a:pPr algn="l">
              <a:lnSpc>
                <a:spcPct val="125000"/>
              </a:lnSpc>
            </a:pPr>
            <a:r>
              <a:rPr lang="zh-CN" altLang="en-US"/>
              <a:t>Manual inspection and moderation of communication channels are highly inefficient and prone to errors, leading to delayed threat detection and significant loss of workforce productivity in the face of massive daily digital data influx.</a:t>
            </a:r>
          </a:p>
        </p:txBody>
      </p:sp>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idx="16385"/>
            <p:custDataLst>
              <p:tags r:id="rId2"/>
            </p:custDataLst>
          </p:nvPr>
        </p:nvSpPr>
        <p:spPr/>
        <p:txBody>
          <a:bodyPr>
            <a:normAutofit/>
          </a:bodyPr>
          <a:lstStyle/>
          <a:p>
            <a:pPr algn="l">
              <a:lnSpc>
                <a:spcPct val="111000"/>
              </a:lnSpc>
            </a:pPr>
            <a:r>
              <a:rPr lang="zh-CN" altLang="en-US"/>
              <a:t>Purpose and Objectives of the System</a:t>
            </a:r>
          </a:p>
        </p:txBody>
      </p:sp>
      <p:sp>
        <p:nvSpPr>
          <p:cNvPr id="3" name="装饰  1"/>
          <p:cNvSpPr>
            <a:spLocks noGrp="1"/>
          </p:cNvSpPr>
          <p:nvPr>
            <p:ph type="body" idx="16391"/>
            <p:custDataLst>
              <p:tags r:id="rId3"/>
            </p:custDataLst>
          </p:nvPr>
        </p:nvSpPr>
        <p:spPr/>
        <p:txBody>
          <a:bodyPr/>
          <a:lstStyle/>
          <a:p>
            <a:r>
              <a:rPr lang="zh-CN" altLang="en-US"/>
              <a:t> </a:t>
            </a:r>
          </a:p>
        </p:txBody>
      </p:sp>
      <p:pic>
        <p:nvPicPr>
          <p:cNvPr id="11" name="图片占位符 10"/>
          <p:cNvPicPr>
            <a:picLocks noGrp="1"/>
          </p:cNvPicPr>
          <p:nvPr>
            <p:ph type="pic" idx="16390"/>
            <p:custDataLst>
              <p:tags r:id="rId4"/>
            </p:custDataLst>
          </p:nvPr>
        </p:nvPicPr>
        <p:blipFill>
          <a:blip>
            <a:extLst>
              <a:ext uri="{96DAC541-7B7A-43D3-8B79-37D633B846F1}">
                <asvg:svgBlip xmlns:asvg="http://schemas.microsoft.com/office/drawing/2016/SVG/main" r:embed="rId12"/>
              </a:ext>
            </a:extLst>
          </a:blip>
          <a:stretch>
            <a:fillRect/>
          </a:stretch>
        </p:blipFill>
        <p:spPr>
          <a:xfrm>
            <a:off x="914400" y="2019300"/>
            <a:ext cx="1219200" cy="1219200"/>
          </a:xfrm>
          <a:prstGeom prst="rect">
            <a:avLst/>
          </a:prstGeom>
        </p:spPr>
      </p:pic>
      <p:sp>
        <p:nvSpPr>
          <p:cNvPr id="5" name="文本占位符 4"/>
          <p:cNvSpPr>
            <a:spLocks noGrp="1"/>
          </p:cNvSpPr>
          <p:nvPr>
            <p:ph type="body" idx="16386"/>
            <p:custDataLst>
              <p:tags r:id="rId5"/>
            </p:custDataLst>
          </p:nvPr>
        </p:nvSpPr>
        <p:spPr/>
        <p:txBody>
          <a:bodyPr>
            <a:normAutofit/>
          </a:bodyPr>
          <a:lstStyle/>
          <a:p>
            <a:pPr algn="l">
              <a:lnSpc>
                <a:spcPct val="111000"/>
              </a:lnSpc>
            </a:pPr>
            <a:r>
              <a:rPr lang="zh-CN" altLang="en-US"/>
              <a:t>System Purpose: Spam-Ham Classification</a:t>
            </a:r>
          </a:p>
        </p:txBody>
      </p:sp>
      <p:sp>
        <p:nvSpPr>
          <p:cNvPr id="6" name="文本占位符 5"/>
          <p:cNvSpPr>
            <a:spLocks noGrp="1"/>
          </p:cNvSpPr>
          <p:nvPr>
            <p:ph type="body" idx="16387"/>
            <p:custDataLst>
              <p:tags r:id="rId6"/>
            </p:custDataLst>
          </p:nvPr>
        </p:nvSpPr>
        <p:spPr/>
        <p:txBody>
          <a:bodyPr>
            <a:normAutofit/>
          </a:bodyPr>
          <a:lstStyle/>
          <a:p>
            <a:pPr algn="l">
              <a:lnSpc>
                <a:spcPct val="125000"/>
              </a:lnSpc>
            </a:pPr>
            <a:r>
              <a:rPr lang="zh-CN" altLang="en-US"/>
              <a:t>The primary purpose of the Intelligent Spam-Ham Classification System is to accurately categorize digital messages as either "Spam" or "Ham," safeguarding users from unsolicited and potentially malicious content.</a:t>
            </a:r>
          </a:p>
        </p:txBody>
      </p:sp>
      <p:sp>
        <p:nvSpPr>
          <p:cNvPr id="7" name="装饰  5"/>
          <p:cNvSpPr>
            <a:spLocks noGrp="1"/>
          </p:cNvSpPr>
          <p:nvPr>
            <p:ph type="body" idx="16393"/>
            <p:custDataLst>
              <p:tags r:id="rId7"/>
            </p:custDataLst>
          </p:nvPr>
        </p:nvSpPr>
        <p:spPr/>
        <p:txBody>
          <a:bodyPr/>
          <a:lstStyle/>
          <a:p>
            <a:r>
              <a:rPr lang="zh-CN" altLang="en-US"/>
              <a:t> </a:t>
            </a:r>
          </a:p>
        </p:txBody>
      </p:sp>
      <p:pic>
        <p:nvPicPr>
          <p:cNvPr id="12" name="图片占位符 11"/>
          <p:cNvPicPr>
            <a:picLocks noGrp="1"/>
          </p:cNvPicPr>
          <p:nvPr>
            <p:ph type="pic" idx="16392"/>
            <p:custDataLst>
              <p:tags r:id="rId8"/>
            </p:custDataLst>
          </p:nvPr>
        </p:nvPicPr>
        <p:blipFill>
          <a:blip>
            <a:extLst>
              <a:ext uri="{96DAC541-7B7A-43D3-8B79-37D633B846F1}">
                <asvg:svgBlip xmlns:asvg="http://schemas.microsoft.com/office/drawing/2016/SVG/main" r:embed="rId13"/>
              </a:ext>
            </a:extLst>
          </a:blip>
          <a:stretch>
            <a:fillRect/>
          </a:stretch>
        </p:blipFill>
        <p:spPr>
          <a:xfrm>
            <a:off x="914400" y="4533900"/>
            <a:ext cx="1219200" cy="1219200"/>
          </a:xfrm>
          <a:prstGeom prst="rect">
            <a:avLst/>
          </a:prstGeom>
        </p:spPr>
      </p:pic>
      <p:sp>
        <p:nvSpPr>
          <p:cNvPr id="9" name="文本占位符 8"/>
          <p:cNvSpPr>
            <a:spLocks noGrp="1"/>
          </p:cNvSpPr>
          <p:nvPr>
            <p:ph type="body" idx="16388"/>
            <p:custDataLst>
              <p:tags r:id="rId9"/>
            </p:custDataLst>
          </p:nvPr>
        </p:nvSpPr>
        <p:spPr/>
        <p:txBody>
          <a:bodyPr>
            <a:normAutofit/>
          </a:bodyPr>
          <a:lstStyle/>
          <a:p>
            <a:pPr algn="l">
              <a:lnSpc>
                <a:spcPct val="111000"/>
              </a:lnSpc>
            </a:pPr>
            <a:r>
              <a:rPr lang="zh-CN" altLang="en-US"/>
              <a:t>Objective 1: Engineer an Automated MLOps Pipeline</a:t>
            </a:r>
          </a:p>
        </p:txBody>
      </p:sp>
      <p:sp>
        <p:nvSpPr>
          <p:cNvPr id="10" name="文本占位符 9"/>
          <p:cNvSpPr>
            <a:spLocks noGrp="1"/>
          </p:cNvSpPr>
          <p:nvPr>
            <p:ph type="body" idx="16389"/>
            <p:custDataLst>
              <p:tags r:id="rId10"/>
            </p:custDataLst>
          </p:nvPr>
        </p:nvSpPr>
        <p:spPr/>
        <p:txBody>
          <a:bodyPr>
            <a:normAutofit/>
          </a:bodyPr>
          <a:lstStyle/>
          <a:p>
            <a:pPr algn="l">
              <a:lnSpc>
                <a:spcPct val="125000"/>
              </a:lnSpc>
            </a:pPr>
            <a:r>
              <a:rPr lang="zh-CN" altLang="en-US"/>
              <a:t>A key objective is to build a modular architecture that spans data ingestion from MongoDB Atlas, validation, transformation, and continuous integration/continuous deployment (CI/CD) via GitHub Actions.</a:t>
            </a:r>
          </a:p>
        </p:txBody>
      </p:sp>
    </p:spTree>
    <p:custDataLst>
      <p:tags r:id="rId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idx="16385"/>
            <p:custDataLst>
              <p:tags r:id="rId2"/>
            </p:custDataLst>
          </p:nvPr>
        </p:nvSpPr>
        <p:spPr/>
        <p:txBody>
          <a:bodyPr>
            <a:normAutofit/>
          </a:bodyPr>
          <a:lstStyle/>
          <a:p>
            <a:pPr algn="l">
              <a:lnSpc>
                <a:spcPct val="111000"/>
              </a:lnSpc>
            </a:pPr>
            <a:r>
              <a:rPr lang="zh-CN" altLang="en-US"/>
              <a:t>Identifying the MLOps Automation Gap</a:t>
            </a:r>
          </a:p>
        </p:txBody>
      </p:sp>
      <p:sp>
        <p:nvSpPr>
          <p:cNvPr id="3" name="装饰  1"/>
          <p:cNvSpPr>
            <a:spLocks noGrp="1"/>
          </p:cNvSpPr>
          <p:nvPr>
            <p:ph type="body" idx="16393"/>
            <p:custDataLst>
              <p:tags r:id="rId3"/>
            </p:custDataLst>
          </p:nvPr>
        </p:nvSpPr>
        <p:spPr/>
        <p:txBody>
          <a:bodyPr/>
          <a:lstStyle/>
          <a:p>
            <a:r>
              <a:rPr lang="zh-CN" altLang="en-US"/>
              <a:t> </a:t>
            </a:r>
          </a:p>
        </p:txBody>
      </p:sp>
      <p:pic>
        <p:nvPicPr>
          <p:cNvPr id="17" name="Picture Placeholder 16"/>
          <p:cNvPicPr>
            <a:picLocks noGrp="1"/>
          </p:cNvPicPr>
          <p:nvPr>
            <p:ph type="pic" idx="16392"/>
            <p:custDataLst>
              <p:tags r:id="rId4"/>
            </p:custDataLst>
          </p:nvPr>
        </p:nvPicPr>
        <p:blipFill>
          <a:blip>
            <a:extLst>
              <a:ext uri="{96DAC541-7B7A-43D3-8B79-37D633B846F1}">
                <asvg:svgBlip xmlns:asvg="http://schemas.microsoft.com/office/drawing/2016/SVG/main" r:embed="rId16"/>
              </a:ext>
            </a:extLst>
          </a:blip>
          <a:stretch>
            <a:fillRect/>
          </a:stretch>
        </p:blipFill>
        <p:spPr>
          <a:xfrm>
            <a:off x="822960" y="1915160"/>
            <a:ext cx="487680" cy="487680"/>
          </a:xfrm>
          <a:prstGeom prst="rect">
            <a:avLst/>
          </a:prstGeom>
        </p:spPr>
      </p:pic>
      <p:sp>
        <p:nvSpPr>
          <p:cNvPr id="5" name="Text Placeholder 4"/>
          <p:cNvSpPr>
            <a:spLocks noGrp="1"/>
          </p:cNvSpPr>
          <p:nvPr>
            <p:ph type="body" idx="16386"/>
            <p:custDataLst>
              <p:tags r:id="rId5"/>
            </p:custDataLst>
          </p:nvPr>
        </p:nvSpPr>
        <p:spPr/>
        <p:txBody>
          <a:bodyPr>
            <a:normAutofit/>
          </a:bodyPr>
          <a:lstStyle/>
          <a:p>
            <a:pPr algn="l">
              <a:lnSpc>
                <a:spcPct val="111000"/>
              </a:lnSpc>
            </a:pPr>
            <a:r>
              <a:rPr lang="zh-CN" altLang="en-US"/>
              <a:t>Absence of End-to-End MLOps Automation</a:t>
            </a:r>
          </a:p>
        </p:txBody>
      </p:sp>
      <p:sp>
        <p:nvSpPr>
          <p:cNvPr id="6" name="Text Placeholder 5"/>
          <p:cNvSpPr>
            <a:spLocks noGrp="1"/>
          </p:cNvSpPr>
          <p:nvPr>
            <p:ph type="body" idx="16387"/>
            <p:custDataLst>
              <p:tags r:id="rId6"/>
            </p:custDataLst>
          </p:nvPr>
        </p:nvSpPr>
        <p:spPr/>
        <p:txBody>
          <a:bodyPr>
            <a:normAutofit fontScale="90000"/>
          </a:bodyPr>
          <a:lstStyle/>
          <a:p>
            <a:pPr algn="l">
              <a:lnSpc>
                <a:spcPct val="125000"/>
              </a:lnSpc>
            </a:pPr>
            <a:r>
              <a:rPr lang="zh-CN" altLang="en-US"/>
              <a:t>While standalone machine learning models exist for text classification, there is a significant lack of end-to-end automated pipelines that manage the entire machine learning lifecycle, from data ingestion to continuous deployment.</a:t>
            </a:r>
          </a:p>
        </p:txBody>
      </p:sp>
      <p:sp>
        <p:nvSpPr>
          <p:cNvPr id="7" name="装饰  5"/>
          <p:cNvSpPr>
            <a:spLocks noGrp="1"/>
          </p:cNvSpPr>
          <p:nvPr>
            <p:ph type="body" idx="16395"/>
            <p:custDataLst>
              <p:tags r:id="rId7"/>
            </p:custDataLst>
          </p:nvPr>
        </p:nvSpPr>
        <p:spPr/>
        <p:txBody>
          <a:bodyPr/>
          <a:lstStyle/>
          <a:p>
            <a:r>
              <a:rPr lang="zh-CN" altLang="en-US"/>
              <a:t> </a:t>
            </a:r>
          </a:p>
        </p:txBody>
      </p:sp>
      <p:pic>
        <p:nvPicPr>
          <p:cNvPr id="15" name="Picture Placeholder 14"/>
          <p:cNvPicPr>
            <a:picLocks noGrp="1"/>
          </p:cNvPicPr>
          <p:nvPr>
            <p:ph type="pic" idx="16394"/>
            <p:custDataLst>
              <p:tags r:id="rId8"/>
            </p:custDataLst>
          </p:nvPr>
        </p:nvPicPr>
        <p:blipFill>
          <a:blip>
            <a:extLst>
              <a:ext uri="{96DAC541-7B7A-43D3-8B79-37D633B846F1}">
                <asvg:svgBlip xmlns:asvg="http://schemas.microsoft.com/office/drawing/2016/SVG/main" r:embed="rId17"/>
              </a:ext>
            </a:extLst>
          </a:blip>
          <a:stretch>
            <a:fillRect/>
          </a:stretch>
        </p:blipFill>
        <p:spPr>
          <a:xfrm>
            <a:off x="822960" y="3642360"/>
            <a:ext cx="487680" cy="487680"/>
          </a:xfrm>
          <a:prstGeom prst="rect">
            <a:avLst/>
          </a:prstGeom>
        </p:spPr>
      </p:pic>
      <p:sp>
        <p:nvSpPr>
          <p:cNvPr id="9" name="Text Placeholder 8"/>
          <p:cNvSpPr>
            <a:spLocks noGrp="1"/>
          </p:cNvSpPr>
          <p:nvPr>
            <p:ph type="body" idx="16388"/>
            <p:custDataLst>
              <p:tags r:id="rId9"/>
            </p:custDataLst>
          </p:nvPr>
        </p:nvSpPr>
        <p:spPr/>
        <p:txBody>
          <a:bodyPr>
            <a:normAutofit/>
          </a:bodyPr>
          <a:lstStyle/>
          <a:p>
            <a:pPr algn="l">
              <a:lnSpc>
                <a:spcPct val="111000"/>
              </a:lnSpc>
            </a:pPr>
            <a:r>
              <a:rPr lang="zh-CN" altLang="en-US"/>
              <a:t>Limitations in Existing Systems</a:t>
            </a:r>
          </a:p>
        </p:txBody>
      </p:sp>
      <p:sp>
        <p:nvSpPr>
          <p:cNvPr id="10" name="Text Placeholder 9"/>
          <p:cNvSpPr>
            <a:spLocks noGrp="1"/>
          </p:cNvSpPr>
          <p:nvPr>
            <p:ph type="body" idx="16389"/>
            <p:custDataLst>
              <p:tags r:id="rId10"/>
            </p:custDataLst>
          </p:nvPr>
        </p:nvSpPr>
        <p:spPr/>
        <p:txBody>
          <a:bodyPr>
            <a:normAutofit/>
          </a:bodyPr>
          <a:lstStyle/>
          <a:p>
            <a:pPr algn="l">
              <a:lnSpc>
                <a:spcPct val="125000"/>
              </a:lnSpc>
            </a:pPr>
            <a:r>
              <a:rPr lang="zh-CN" altLang="en-US" sz="1400"/>
              <a:t>Current systems often fail to incorporate dynamic data validation, continuous model evaluation, and automatic data drift detection, which are crucial for maintaining model performance over time.</a:t>
            </a:r>
          </a:p>
        </p:txBody>
      </p:sp>
      <p:sp>
        <p:nvSpPr>
          <p:cNvPr id="11" name="装饰  9"/>
          <p:cNvSpPr>
            <a:spLocks noGrp="1"/>
          </p:cNvSpPr>
          <p:nvPr>
            <p:ph type="body" idx="16397"/>
            <p:custDataLst>
              <p:tags r:id="rId11"/>
            </p:custDataLst>
          </p:nvPr>
        </p:nvSpPr>
        <p:spPr/>
        <p:txBody>
          <a:bodyPr/>
          <a:lstStyle/>
          <a:p>
            <a:r>
              <a:rPr lang="zh-CN" altLang="en-US"/>
              <a:t> </a:t>
            </a:r>
          </a:p>
        </p:txBody>
      </p:sp>
      <p:pic>
        <p:nvPicPr>
          <p:cNvPr id="16" name="Picture Placeholder 15"/>
          <p:cNvPicPr>
            <a:picLocks noGrp="1"/>
          </p:cNvPicPr>
          <p:nvPr>
            <p:ph type="pic" idx="16396"/>
            <p:custDataLst>
              <p:tags r:id="rId12"/>
            </p:custDataLst>
          </p:nvPr>
        </p:nvPicPr>
        <p:blipFill>
          <a:blip>
            <a:extLst>
              <a:ext uri="{96DAC541-7B7A-43D3-8B79-37D633B846F1}">
                <asvg:svgBlip xmlns:asvg="http://schemas.microsoft.com/office/drawing/2016/SVG/main" r:embed="rId18"/>
              </a:ext>
            </a:extLst>
          </a:blip>
          <a:stretch>
            <a:fillRect/>
          </a:stretch>
        </p:blipFill>
        <p:spPr>
          <a:xfrm>
            <a:off x="822960" y="5369560"/>
            <a:ext cx="487680" cy="487680"/>
          </a:xfrm>
          <a:prstGeom prst="rect">
            <a:avLst/>
          </a:prstGeom>
        </p:spPr>
      </p:pic>
      <p:sp>
        <p:nvSpPr>
          <p:cNvPr id="13" name="Text Placeholder 12"/>
          <p:cNvSpPr>
            <a:spLocks noGrp="1"/>
          </p:cNvSpPr>
          <p:nvPr>
            <p:ph type="body" idx="16390"/>
            <p:custDataLst>
              <p:tags r:id="rId13"/>
            </p:custDataLst>
          </p:nvPr>
        </p:nvSpPr>
        <p:spPr/>
        <p:txBody>
          <a:bodyPr>
            <a:normAutofit/>
          </a:bodyPr>
          <a:lstStyle/>
          <a:p>
            <a:pPr algn="l">
              <a:lnSpc>
                <a:spcPct val="111000"/>
              </a:lnSpc>
            </a:pPr>
            <a:r>
              <a:rPr lang="zh-CN" altLang="en-US"/>
              <a:t>Addressing the Gap with Modular Architecture</a:t>
            </a:r>
          </a:p>
        </p:txBody>
      </p:sp>
      <p:sp>
        <p:nvSpPr>
          <p:cNvPr id="14" name="Text Placeholder 13"/>
          <p:cNvSpPr>
            <a:spLocks noGrp="1"/>
          </p:cNvSpPr>
          <p:nvPr>
            <p:ph type="body" idx="16391"/>
            <p:custDataLst>
              <p:tags r:id="rId14"/>
            </p:custDataLst>
          </p:nvPr>
        </p:nvSpPr>
        <p:spPr/>
        <p:txBody>
          <a:bodyPr>
            <a:normAutofit fontScale="90000"/>
          </a:bodyPr>
          <a:lstStyle/>
          <a:p>
            <a:pPr algn="l">
              <a:lnSpc>
                <a:spcPct val="125000"/>
              </a:lnSpc>
            </a:pPr>
            <a:r>
              <a:rPr lang="zh-CN" altLang="en-US"/>
              <a:t>This project bridges the identified gap by introducing a modular architecture featuring continuous integration and continuous deployment (CI/CD) workflows, ensuring high reliability without manual interventions.</a:t>
            </a:r>
          </a:p>
        </p:txBody>
      </p:sp>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idx="16385"/>
            <p:custDataLst>
              <p:tags r:id="rId2"/>
            </p:custDataLst>
          </p:nvPr>
        </p:nvSpPr>
        <p:spPr/>
        <p:txBody>
          <a:bodyPr>
            <a:normAutofit fontScale="90000"/>
          </a:bodyPr>
          <a:lstStyle/>
          <a:p>
            <a:pPr algn="l">
              <a:lnSpc>
                <a:spcPct val="111000"/>
              </a:lnSpc>
            </a:pPr>
            <a:r>
              <a:rPr lang="zh-CN" altLang="en-US" sz="3300"/>
              <a:t>Modular MLOps Pipeline Overview</a:t>
            </a:r>
          </a:p>
        </p:txBody>
      </p:sp>
      <p:pic>
        <p:nvPicPr>
          <p:cNvPr id="13" name="Content Placeholder 12"/>
          <p:cNvPicPr>
            <a:picLocks noGrp="1"/>
          </p:cNvPicPr>
          <p:nvPr>
            <p:ph idx="16392"/>
            <p:custDataLst>
              <p:tags r:id="rId3"/>
            </p:custDataLst>
          </p:nvPr>
        </p:nvPicPr>
        <p:blipFill>
          <a:blip r:embed="rId11"/>
          <a:srcRect l="-2594" t="-982" r="-3397" b="-736"/>
        </p:blipFill>
        <p:spPr>
          <a:xfrm>
            <a:off x="7543800" y="609600"/>
            <a:ext cx="4038600" cy="5638800"/>
          </a:xfrm>
        </p:spPr>
      </p:pic>
      <p:sp>
        <p:nvSpPr>
          <p:cNvPr id="4" name="装饰  2"/>
          <p:cNvSpPr>
            <a:spLocks noGrp="1"/>
          </p:cNvSpPr>
          <p:nvPr>
            <p:ph type="body" idx="16393"/>
            <p:custDataLst>
              <p:tags r:id="rId4"/>
            </p:custDataLst>
          </p:nvPr>
        </p:nvSpPr>
        <p:spPr/>
        <p:txBody>
          <a:bodyPr/>
          <a:lstStyle/>
          <a:p>
            <a:r>
              <a:rPr lang="zh-CN" altLang="en-US"/>
              <a:t> </a:t>
            </a:r>
          </a:p>
        </p:txBody>
      </p:sp>
      <p:sp>
        <p:nvSpPr>
          <p:cNvPr id="5" name="Text Placeholder 4"/>
          <p:cNvSpPr>
            <a:spLocks noGrp="1"/>
          </p:cNvSpPr>
          <p:nvPr>
            <p:ph type="body" idx="16386"/>
            <p:custDataLst>
              <p:tags r:id="rId5"/>
            </p:custDataLst>
          </p:nvPr>
        </p:nvSpPr>
        <p:spPr/>
        <p:txBody>
          <a:bodyPr>
            <a:normAutofit/>
          </a:bodyPr>
          <a:lstStyle/>
          <a:p>
            <a:pPr algn="l">
              <a:lnSpc>
                <a:spcPct val="111000"/>
              </a:lnSpc>
            </a:pPr>
            <a:r>
              <a:rPr lang="zh-CN" altLang="en-US"/>
              <a:t>End-to-End Automation</a:t>
            </a:r>
          </a:p>
        </p:txBody>
      </p:sp>
      <p:sp>
        <p:nvSpPr>
          <p:cNvPr id="6" name="Text Placeholder 5"/>
          <p:cNvSpPr>
            <a:spLocks noGrp="1"/>
          </p:cNvSpPr>
          <p:nvPr>
            <p:ph type="body" idx="16387"/>
            <p:custDataLst>
              <p:tags r:id="rId6"/>
            </p:custDataLst>
          </p:nvPr>
        </p:nvSpPr>
        <p:spPr/>
        <p:txBody>
          <a:bodyPr>
            <a:normAutofit fontScale="60000"/>
          </a:bodyPr>
          <a:lstStyle/>
          <a:p>
            <a:pPr algn="l">
              <a:lnSpc>
                <a:spcPct val="125000"/>
              </a:lnSpc>
            </a:pPr>
            <a:r>
              <a:rPr lang="zh-CN" altLang="en-US"/>
              <a:t>The Intelligent Spam-Ham Classification System utilizes a modular, end-to-end MLOps pipeline, automating the entire machine learning lifecycle from data ingestion to deployment. This ensures efficiency and reduces manual intervention.</a:t>
            </a:r>
          </a:p>
        </p:txBody>
      </p:sp>
      <p:sp>
        <p:nvSpPr>
          <p:cNvPr id="7" name="装饰  5"/>
          <p:cNvSpPr>
            <a:spLocks noGrp="1"/>
          </p:cNvSpPr>
          <p:nvPr>
            <p:ph type="body" idx="16394"/>
            <p:custDataLst>
              <p:tags r:id="rId7"/>
            </p:custDataLst>
          </p:nvPr>
        </p:nvSpPr>
        <p:spPr/>
        <p:txBody>
          <a:bodyPr/>
          <a:lstStyle/>
          <a:p>
            <a:r>
              <a:rPr lang="zh-CN" altLang="en-US"/>
              <a:t> </a:t>
            </a:r>
          </a:p>
        </p:txBody>
      </p:sp>
      <p:sp>
        <p:nvSpPr>
          <p:cNvPr id="8" name="Text Placeholder 7"/>
          <p:cNvSpPr>
            <a:spLocks noGrp="1"/>
          </p:cNvSpPr>
          <p:nvPr>
            <p:ph type="body" idx="16388"/>
            <p:custDataLst>
              <p:tags r:id="rId8"/>
            </p:custDataLst>
          </p:nvPr>
        </p:nvSpPr>
        <p:spPr/>
        <p:txBody>
          <a:bodyPr>
            <a:normAutofit/>
          </a:bodyPr>
          <a:lstStyle/>
          <a:p>
            <a:pPr algn="l">
              <a:lnSpc>
                <a:spcPct val="111000"/>
              </a:lnSpc>
            </a:pPr>
            <a:r>
              <a:rPr lang="zh-CN" altLang="en-US"/>
              <a:t>High Reliability and Scalability</a:t>
            </a:r>
          </a:p>
        </p:txBody>
      </p:sp>
      <p:sp>
        <p:nvSpPr>
          <p:cNvPr id="9" name="Text Placeholder 8"/>
          <p:cNvSpPr>
            <a:spLocks noGrp="1"/>
          </p:cNvSpPr>
          <p:nvPr>
            <p:ph type="body" idx="16389"/>
            <p:custDataLst>
              <p:tags r:id="rId9"/>
            </p:custDataLst>
          </p:nvPr>
        </p:nvSpPr>
        <p:spPr/>
        <p:txBody>
          <a:bodyPr>
            <a:normAutofit fontScale="60000"/>
          </a:bodyPr>
          <a:lstStyle/>
          <a:p>
            <a:pPr algn="l">
              <a:lnSpc>
                <a:spcPct val="125000"/>
              </a:lnSpc>
            </a:pPr>
            <a:r>
              <a:rPr lang="zh-CN" altLang="en-US"/>
              <a:t>Designed for high reliability and scalability, the pipeline incorporates robust components and cloud-native architecture (AWS) to handle increasing data volumes and user requests without degradation.</a:t>
            </a:r>
          </a:p>
        </p:txBody>
      </p:sp>
    </p:spTree>
    <p:custDataLst>
      <p:tags r:id="rId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idx="16385"/>
            <p:custDataLst>
              <p:tags r:id="rId2"/>
            </p:custDataLst>
          </p:nvPr>
        </p:nvSpPr>
        <p:spPr/>
        <p:txBody>
          <a:bodyPr>
            <a:normAutofit/>
          </a:bodyPr>
          <a:lstStyle/>
          <a:p>
            <a:pPr algn="l">
              <a:lnSpc>
                <a:spcPct val="111000"/>
              </a:lnSpc>
            </a:pPr>
            <a:r>
              <a:rPr lang="zh-CN" altLang="en-US"/>
              <a:t>Data Ingestion and Validation</a:t>
            </a:r>
          </a:p>
        </p:txBody>
      </p:sp>
      <p:pic>
        <p:nvPicPr>
          <p:cNvPr id="13" name="Content Placeholder 12"/>
          <p:cNvPicPr>
            <a:picLocks noGrp="1"/>
          </p:cNvPicPr>
          <p:nvPr>
            <p:ph idx="16392"/>
            <p:custDataLst>
              <p:tags r:id="rId3"/>
            </p:custDataLst>
          </p:nvPr>
        </p:nvPicPr>
        <p:blipFill>
          <a:blip r:embed="rId14"/>
          <a:srcRect l="-539" t="-1486" r="260"/>
        </p:blipFill>
        <p:spPr>
          <a:xfrm>
            <a:off x="609600" y="609600"/>
            <a:ext cx="5486400" cy="5638800"/>
          </a:xfrm>
        </p:spPr>
      </p:pic>
      <p:sp>
        <p:nvSpPr>
          <p:cNvPr id="4" name="装饰  2"/>
          <p:cNvSpPr>
            <a:spLocks noGrp="1"/>
          </p:cNvSpPr>
          <p:nvPr>
            <p:ph type="body" idx="16393"/>
            <p:custDataLst>
              <p:tags r:id="rId4"/>
            </p:custDataLst>
          </p:nvPr>
        </p:nvSpPr>
        <p:spPr/>
        <p:txBody>
          <a:bodyPr/>
          <a:lstStyle/>
          <a:p>
            <a:r>
              <a:rPr lang="zh-CN" altLang="en-US"/>
              <a:t> </a:t>
            </a:r>
          </a:p>
        </p:txBody>
      </p:sp>
      <p:sp>
        <p:nvSpPr>
          <p:cNvPr id="5" name="Text Placeholder 4"/>
          <p:cNvSpPr>
            <a:spLocks noGrp="1"/>
          </p:cNvSpPr>
          <p:nvPr>
            <p:ph type="body" idx="16386"/>
            <p:custDataLst>
              <p:tags r:id="rId5"/>
            </p:custDataLst>
          </p:nvPr>
        </p:nvSpPr>
        <p:spPr/>
        <p:txBody>
          <a:bodyPr>
            <a:normAutofit/>
          </a:bodyPr>
          <a:lstStyle/>
          <a:p>
            <a:pPr algn="l">
              <a:lnSpc>
                <a:spcPct val="111000"/>
              </a:lnSpc>
            </a:pPr>
            <a:r>
              <a:rPr lang="zh-CN" altLang="en-US"/>
              <a:t>Secure Data Ingestion</a:t>
            </a:r>
          </a:p>
        </p:txBody>
      </p:sp>
      <p:sp>
        <p:nvSpPr>
          <p:cNvPr id="6" name="Text Placeholder 5"/>
          <p:cNvSpPr>
            <a:spLocks noGrp="1"/>
          </p:cNvSpPr>
          <p:nvPr>
            <p:ph type="body" idx="16387"/>
            <p:custDataLst>
              <p:tags r:id="rId6"/>
            </p:custDataLst>
          </p:nvPr>
        </p:nvSpPr>
        <p:spPr/>
        <p:txBody>
          <a:bodyPr>
            <a:normAutofit fontScale="60000"/>
          </a:bodyPr>
          <a:lstStyle/>
          <a:p>
            <a:pPr algn="l">
              <a:lnSpc>
                <a:spcPct val="125000"/>
              </a:lnSpc>
            </a:pPr>
            <a:r>
              <a:rPr lang="zh-CN" altLang="en-US"/>
              <a:t>The pipeline securely fetches raw text data from MongoDB Atlas using `mongo_db_connection.py`. This ensures a reliable and consistent data source for the ML environment.</a:t>
            </a:r>
          </a:p>
        </p:txBody>
      </p:sp>
      <p:sp>
        <p:nvSpPr>
          <p:cNvPr id="7" name="装饰  5"/>
          <p:cNvSpPr>
            <a:spLocks noGrp="1"/>
          </p:cNvSpPr>
          <p:nvPr>
            <p:ph type="body" idx="16394"/>
            <p:custDataLst>
              <p:tags r:id="rId7"/>
            </p:custDataLst>
          </p:nvPr>
        </p:nvSpPr>
        <p:spPr/>
        <p:txBody>
          <a:bodyPr/>
          <a:lstStyle/>
          <a:p>
            <a:r>
              <a:rPr lang="zh-CN" altLang="en-US"/>
              <a:t> </a:t>
            </a:r>
          </a:p>
        </p:txBody>
      </p:sp>
      <p:sp>
        <p:nvSpPr>
          <p:cNvPr id="8" name="Text Placeholder 7"/>
          <p:cNvSpPr>
            <a:spLocks noGrp="1"/>
          </p:cNvSpPr>
          <p:nvPr>
            <p:ph type="body" idx="16388"/>
            <p:custDataLst>
              <p:tags r:id="rId8"/>
            </p:custDataLst>
          </p:nvPr>
        </p:nvSpPr>
        <p:spPr/>
        <p:txBody>
          <a:bodyPr>
            <a:normAutofit/>
          </a:bodyPr>
          <a:lstStyle/>
          <a:p>
            <a:pPr algn="l">
              <a:lnSpc>
                <a:spcPct val="111000"/>
              </a:lnSpc>
            </a:pPr>
            <a:r>
              <a:rPr lang="zh-CN" altLang="en-US"/>
              <a:t>Data Splitting and Feature Store</a:t>
            </a:r>
          </a:p>
        </p:txBody>
      </p:sp>
      <p:sp>
        <p:nvSpPr>
          <p:cNvPr id="9" name="Text Placeholder 8"/>
          <p:cNvSpPr>
            <a:spLocks noGrp="1"/>
          </p:cNvSpPr>
          <p:nvPr>
            <p:ph type="body" idx="16389"/>
            <p:custDataLst>
              <p:tags r:id="rId9"/>
            </p:custDataLst>
          </p:nvPr>
        </p:nvSpPr>
        <p:spPr/>
        <p:txBody>
          <a:bodyPr>
            <a:normAutofit fontScale="60000"/>
          </a:bodyPr>
          <a:lstStyle/>
          <a:p>
            <a:pPr algn="l">
              <a:lnSpc>
                <a:spcPct val="125000"/>
              </a:lnSpc>
            </a:pPr>
            <a:r>
              <a:rPr lang="zh-CN" altLang="en-US"/>
              <a:t>Ingested data is processed according to `DataIngestionConfig`, exported into a "Feature Store," and then split into `train.csv` and `test.csv` for subsequent phases.</a:t>
            </a:r>
          </a:p>
        </p:txBody>
      </p:sp>
      <p:sp>
        <p:nvSpPr>
          <p:cNvPr id="10" name="装饰  8"/>
          <p:cNvSpPr>
            <a:spLocks noGrp="1"/>
          </p:cNvSpPr>
          <p:nvPr>
            <p:ph type="body" idx="16395"/>
            <p:custDataLst>
              <p:tags r:id="rId10"/>
            </p:custDataLst>
          </p:nvPr>
        </p:nvSpPr>
        <p:spPr/>
        <p:txBody>
          <a:bodyPr/>
          <a:lstStyle/>
          <a:p>
            <a:r>
              <a:rPr lang="zh-CN" altLang="en-US"/>
              <a:t> </a:t>
            </a:r>
          </a:p>
        </p:txBody>
      </p:sp>
      <p:sp>
        <p:nvSpPr>
          <p:cNvPr id="11" name="Text Placeholder 10"/>
          <p:cNvSpPr>
            <a:spLocks noGrp="1"/>
          </p:cNvSpPr>
          <p:nvPr>
            <p:ph type="body" idx="16390"/>
            <p:custDataLst>
              <p:tags r:id="rId11"/>
            </p:custDataLst>
          </p:nvPr>
        </p:nvSpPr>
        <p:spPr/>
        <p:txBody>
          <a:bodyPr>
            <a:normAutofit/>
          </a:bodyPr>
          <a:lstStyle/>
          <a:p>
            <a:pPr algn="l">
              <a:lnSpc>
                <a:spcPct val="111000"/>
              </a:lnSpc>
            </a:pPr>
            <a:r>
              <a:rPr lang="zh-CN" altLang="en-US"/>
              <a:t>Rigorous Schema Validation</a:t>
            </a:r>
          </a:p>
        </p:txBody>
      </p:sp>
      <p:sp>
        <p:nvSpPr>
          <p:cNvPr id="12" name="Text Placeholder 11"/>
          <p:cNvSpPr>
            <a:spLocks noGrp="1"/>
          </p:cNvSpPr>
          <p:nvPr>
            <p:ph type="body" idx="16391"/>
            <p:custDataLst>
              <p:tags r:id="rId12"/>
            </p:custDataLst>
          </p:nvPr>
        </p:nvSpPr>
        <p:spPr/>
        <p:txBody>
          <a:bodyPr>
            <a:normAutofit fontScale="60000"/>
          </a:bodyPr>
          <a:lstStyle/>
          <a:p>
            <a:pPr algn="l">
              <a:lnSpc>
                <a:spcPct val="125000"/>
              </a:lnSpc>
            </a:pPr>
            <a:r>
              <a:rPr lang="zh-CN" altLang="en-US"/>
              <a:t>The Data Validation component performs rigorous checks on incoming data, verifying the number of columns and data types against a predefined schema to guarantee model reliability.</a:t>
            </a:r>
          </a:p>
        </p:txBody>
      </p:sp>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idx="16385"/>
            <p:custDataLst>
              <p:tags r:id="rId2"/>
            </p:custDataLst>
          </p:nvPr>
        </p:nvSpPr>
        <p:spPr/>
        <p:txBody>
          <a:bodyPr>
            <a:normAutofit fontScale="90000"/>
          </a:bodyPr>
          <a:lstStyle/>
          <a:p>
            <a:pPr algn="l">
              <a:lnSpc>
                <a:spcPct val="111000"/>
              </a:lnSpc>
            </a:pPr>
            <a:r>
              <a:rPr lang="zh-CN" altLang="en-US" sz="3300"/>
              <a:t>Model Training and Hyperparameter Optimization</a:t>
            </a:r>
          </a:p>
        </p:txBody>
      </p:sp>
      <p:sp>
        <p:nvSpPr>
          <p:cNvPr id="3" name="装饰  1"/>
          <p:cNvSpPr>
            <a:spLocks noGrp="1"/>
          </p:cNvSpPr>
          <p:nvPr>
            <p:ph type="body" idx="16395"/>
            <p:custDataLst>
              <p:tags r:id="rId3"/>
            </p:custDataLst>
          </p:nvPr>
        </p:nvSpPr>
        <p:spPr/>
        <p:txBody>
          <a:bodyPr/>
          <a:lstStyle/>
          <a:p>
            <a:r>
              <a:rPr lang="zh-CN" altLang="en-US"/>
              <a:t> </a:t>
            </a:r>
          </a:p>
        </p:txBody>
      </p:sp>
      <p:sp>
        <p:nvSpPr>
          <p:cNvPr id="4" name="Text Placeholder 3"/>
          <p:cNvSpPr>
            <a:spLocks noGrp="1"/>
          </p:cNvSpPr>
          <p:nvPr>
            <p:ph type="body" idx="16388"/>
            <p:custDataLst>
              <p:tags r:id="rId4"/>
            </p:custDataLst>
          </p:nvPr>
        </p:nvSpPr>
        <p:spPr/>
        <p:txBody>
          <a:bodyPr/>
          <a:lstStyle/>
          <a:p>
            <a:pPr algn="ctr">
              <a:lnSpc>
                <a:spcPct val="109000"/>
              </a:lnSpc>
            </a:pPr>
            <a:r>
              <a:rPr lang="zh-CN" altLang="en-US"/>
              <a:t>01</a:t>
            </a:r>
          </a:p>
        </p:txBody>
      </p:sp>
      <p:sp>
        <p:nvSpPr>
          <p:cNvPr id="5" name="Text Placeholder 4"/>
          <p:cNvSpPr>
            <a:spLocks noGrp="1"/>
          </p:cNvSpPr>
          <p:nvPr>
            <p:ph type="body" idx="16386"/>
            <p:custDataLst>
              <p:tags r:id="rId5"/>
            </p:custDataLst>
          </p:nvPr>
        </p:nvSpPr>
        <p:spPr/>
        <p:txBody>
          <a:bodyPr>
            <a:normAutofit/>
          </a:bodyPr>
          <a:lstStyle/>
          <a:p>
            <a:pPr algn="l">
              <a:lnSpc>
                <a:spcPct val="111000"/>
              </a:lnSpc>
            </a:pPr>
            <a:r>
              <a:rPr lang="zh-CN" altLang="en-US"/>
              <a:t>Algorithm Evaluation</a:t>
            </a:r>
          </a:p>
        </p:txBody>
      </p:sp>
      <p:sp>
        <p:nvSpPr>
          <p:cNvPr id="6" name="Text Placeholder 5"/>
          <p:cNvSpPr>
            <a:spLocks noGrp="1"/>
          </p:cNvSpPr>
          <p:nvPr>
            <p:ph type="body" idx="16387"/>
            <p:custDataLst>
              <p:tags r:id="rId6"/>
            </p:custDataLst>
          </p:nvPr>
        </p:nvSpPr>
        <p:spPr/>
        <p:txBody>
          <a:bodyPr>
            <a:normAutofit fontScale="90000"/>
          </a:bodyPr>
          <a:lstStyle/>
          <a:p>
            <a:pPr algn="l">
              <a:lnSpc>
                <a:spcPct val="125000"/>
              </a:lnSpc>
            </a:pPr>
            <a:r>
              <a:rPr lang="zh-CN" altLang="en-US"/>
              <a:t>The Model Trainer component evaluates multiple supervised learning algorithms, including Multinomial Naive Bayes, Gaussian Naive Bayes, and Support Vector Classifier (SVC), to identify the most accurate classification logic.</a:t>
            </a:r>
          </a:p>
        </p:txBody>
      </p:sp>
      <p:sp>
        <p:nvSpPr>
          <p:cNvPr id="7" name="装饰  5"/>
          <p:cNvSpPr>
            <a:spLocks noGrp="1"/>
          </p:cNvSpPr>
          <p:nvPr>
            <p:ph type="body" idx="16396"/>
            <p:custDataLst>
              <p:tags r:id="rId7"/>
            </p:custDataLst>
          </p:nvPr>
        </p:nvSpPr>
        <p:spPr/>
        <p:txBody>
          <a:bodyPr/>
          <a:lstStyle/>
          <a:p>
            <a:r>
              <a:rPr lang="zh-CN" altLang="en-US"/>
              <a:t> </a:t>
            </a:r>
          </a:p>
        </p:txBody>
      </p:sp>
      <p:sp>
        <p:nvSpPr>
          <p:cNvPr id="8" name="Text Placeholder 7"/>
          <p:cNvSpPr>
            <a:spLocks noGrp="1"/>
          </p:cNvSpPr>
          <p:nvPr>
            <p:ph type="body" idx="16391"/>
            <p:custDataLst>
              <p:tags r:id="rId8"/>
            </p:custDataLst>
          </p:nvPr>
        </p:nvSpPr>
        <p:spPr/>
        <p:txBody>
          <a:bodyPr/>
          <a:lstStyle/>
          <a:p>
            <a:pPr algn="ctr">
              <a:lnSpc>
                <a:spcPct val="109000"/>
              </a:lnSpc>
            </a:pPr>
            <a:r>
              <a:rPr lang="zh-CN" altLang="en-US"/>
              <a:t>02</a:t>
            </a:r>
          </a:p>
        </p:txBody>
      </p:sp>
      <p:sp>
        <p:nvSpPr>
          <p:cNvPr id="9" name="Text Placeholder 8"/>
          <p:cNvSpPr>
            <a:spLocks noGrp="1"/>
          </p:cNvSpPr>
          <p:nvPr>
            <p:ph type="body" idx="16389"/>
            <p:custDataLst>
              <p:tags r:id="rId9"/>
            </p:custDataLst>
          </p:nvPr>
        </p:nvSpPr>
        <p:spPr/>
        <p:txBody>
          <a:bodyPr>
            <a:normAutofit/>
          </a:bodyPr>
          <a:lstStyle/>
          <a:p>
            <a:pPr algn="l">
              <a:lnSpc>
                <a:spcPct val="111000"/>
              </a:lnSpc>
            </a:pPr>
            <a:r>
              <a:rPr lang="zh-CN" altLang="en-US"/>
              <a:t>Automated Hyperparameter Tuning</a:t>
            </a:r>
          </a:p>
        </p:txBody>
      </p:sp>
      <p:sp>
        <p:nvSpPr>
          <p:cNvPr id="10" name="Text Placeholder 9"/>
          <p:cNvSpPr>
            <a:spLocks noGrp="1"/>
          </p:cNvSpPr>
          <p:nvPr>
            <p:ph type="body" idx="16390"/>
            <p:custDataLst>
              <p:tags r:id="rId10"/>
            </p:custDataLst>
          </p:nvPr>
        </p:nvSpPr>
        <p:spPr/>
        <p:txBody>
          <a:bodyPr>
            <a:normAutofit/>
          </a:bodyPr>
          <a:lstStyle/>
          <a:p>
            <a:pPr algn="l">
              <a:lnSpc>
                <a:spcPct val="125000"/>
              </a:lnSpc>
            </a:pPr>
            <a:r>
              <a:rPr lang="zh-CN" altLang="en-US" sz="1400"/>
              <a:t>GridSearchCV is employed to automate hyperparameter tuning, ensuring that the optimal configuration for each algorithm is discovered, maximizing model performance.</a:t>
            </a:r>
          </a:p>
        </p:txBody>
      </p:sp>
      <p:sp>
        <p:nvSpPr>
          <p:cNvPr id="11" name="装饰  9"/>
          <p:cNvSpPr>
            <a:spLocks noGrp="1"/>
          </p:cNvSpPr>
          <p:nvPr>
            <p:ph type="body" idx="16397"/>
            <p:custDataLst>
              <p:tags r:id="rId11"/>
            </p:custDataLst>
          </p:nvPr>
        </p:nvSpPr>
        <p:spPr/>
        <p:txBody>
          <a:bodyPr/>
          <a:lstStyle/>
          <a:p>
            <a:r>
              <a:rPr lang="zh-CN" altLang="en-US"/>
              <a:t> </a:t>
            </a:r>
          </a:p>
        </p:txBody>
      </p:sp>
      <p:sp>
        <p:nvSpPr>
          <p:cNvPr id="12" name="Text Placeholder 11"/>
          <p:cNvSpPr>
            <a:spLocks noGrp="1"/>
          </p:cNvSpPr>
          <p:nvPr>
            <p:ph type="body" idx="16394"/>
            <p:custDataLst>
              <p:tags r:id="rId12"/>
            </p:custDataLst>
          </p:nvPr>
        </p:nvSpPr>
        <p:spPr/>
        <p:txBody>
          <a:bodyPr/>
          <a:lstStyle/>
          <a:p>
            <a:pPr algn="ctr">
              <a:lnSpc>
                <a:spcPct val="109000"/>
              </a:lnSpc>
            </a:pPr>
            <a:r>
              <a:rPr lang="zh-CN" altLang="en-US"/>
              <a:t>03</a:t>
            </a:r>
          </a:p>
        </p:txBody>
      </p:sp>
      <p:sp>
        <p:nvSpPr>
          <p:cNvPr id="13" name="Text Placeholder 12"/>
          <p:cNvSpPr>
            <a:spLocks noGrp="1"/>
          </p:cNvSpPr>
          <p:nvPr>
            <p:ph type="body" idx="16392"/>
            <p:custDataLst>
              <p:tags r:id="rId13"/>
            </p:custDataLst>
          </p:nvPr>
        </p:nvSpPr>
        <p:spPr/>
        <p:txBody>
          <a:bodyPr>
            <a:normAutofit/>
          </a:bodyPr>
          <a:lstStyle/>
          <a:p>
            <a:pPr algn="l">
              <a:lnSpc>
                <a:spcPct val="111000"/>
              </a:lnSpc>
            </a:pPr>
            <a:r>
              <a:rPr lang="zh-CN" altLang="en-US"/>
              <a:t>Performance Threshold Check</a:t>
            </a:r>
          </a:p>
        </p:txBody>
      </p:sp>
      <p:sp>
        <p:nvSpPr>
          <p:cNvPr id="14" name="Text Placeholder 13"/>
          <p:cNvSpPr>
            <a:spLocks noGrp="1"/>
          </p:cNvSpPr>
          <p:nvPr>
            <p:ph type="body" idx="16393"/>
            <p:custDataLst>
              <p:tags r:id="rId14"/>
            </p:custDataLst>
          </p:nvPr>
        </p:nvSpPr>
        <p:spPr/>
        <p:txBody>
          <a:bodyPr>
            <a:normAutofit/>
          </a:bodyPr>
          <a:lstStyle/>
          <a:p>
            <a:pPr algn="l">
              <a:lnSpc>
                <a:spcPct val="125000"/>
              </a:lnSpc>
            </a:pPr>
            <a:r>
              <a:rPr lang="zh-CN" altLang="en-US" sz="1400"/>
              <a:t>The best model's score is rigorously compared against a predefined "base model score." Only models that demonstrate superior performance are saved as `trained_model.pkl`.</a:t>
            </a:r>
          </a:p>
        </p:txBody>
      </p:sp>
    </p:spTree>
    <p:custDataLst>
      <p:tags r:id="rId1"/>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idx="16385"/>
            <p:custDataLst>
              <p:tags r:id="rId2"/>
            </p:custDataLst>
          </p:nvPr>
        </p:nvSpPr>
        <p:spPr/>
        <p:txBody>
          <a:bodyPr>
            <a:normAutofit fontScale="90000"/>
          </a:bodyPr>
          <a:lstStyle/>
          <a:p>
            <a:pPr algn="l">
              <a:lnSpc>
                <a:spcPct val="111000"/>
              </a:lnSpc>
            </a:pPr>
            <a:r>
              <a:rPr lang="zh-CN" altLang="en-US" sz="3300"/>
              <a:t>Deployment and Continuous Integration/Continuous Delivery</a:t>
            </a:r>
          </a:p>
        </p:txBody>
      </p:sp>
      <p:sp>
        <p:nvSpPr>
          <p:cNvPr id="3" name="Text Placeholder 2"/>
          <p:cNvSpPr>
            <a:spLocks noGrp="1"/>
          </p:cNvSpPr>
          <p:nvPr>
            <p:ph type="body" idx="16388"/>
            <p:custDataLst>
              <p:tags r:id="rId3"/>
            </p:custDataLst>
          </p:nvPr>
        </p:nvSpPr>
        <p:spPr/>
        <p:txBody>
          <a:bodyPr/>
          <a:lstStyle/>
          <a:p>
            <a:pPr algn="ctr">
              <a:lnSpc>
                <a:spcPct val="109000"/>
              </a:lnSpc>
            </a:pPr>
            <a:r>
              <a:rPr lang="zh-CN" altLang="en-US"/>
              <a:t>01</a:t>
            </a:r>
          </a:p>
        </p:txBody>
      </p:sp>
      <p:sp>
        <p:nvSpPr>
          <p:cNvPr id="4" name="Text Placeholder 3"/>
          <p:cNvSpPr>
            <a:spLocks noGrp="1"/>
          </p:cNvSpPr>
          <p:nvPr>
            <p:ph type="body" idx="16386"/>
            <p:custDataLst>
              <p:tags r:id="rId4"/>
            </p:custDataLst>
          </p:nvPr>
        </p:nvSpPr>
        <p:spPr/>
        <p:txBody>
          <a:bodyPr>
            <a:normAutofit/>
          </a:bodyPr>
          <a:lstStyle/>
          <a:p>
            <a:pPr algn="l">
              <a:lnSpc>
                <a:spcPct val="111000"/>
              </a:lnSpc>
            </a:pPr>
            <a:r>
              <a:rPr lang="zh-CN" altLang="en-US"/>
              <a:t>Model Artifact Pushing</a:t>
            </a:r>
          </a:p>
        </p:txBody>
      </p:sp>
      <p:sp>
        <p:nvSpPr>
          <p:cNvPr id="5" name="Text Placeholder 4"/>
          <p:cNvSpPr>
            <a:spLocks noGrp="1"/>
          </p:cNvSpPr>
          <p:nvPr>
            <p:ph type="body" idx="16387"/>
            <p:custDataLst>
              <p:tags r:id="rId5"/>
            </p:custDataLst>
          </p:nvPr>
        </p:nvSpPr>
        <p:spPr/>
        <p:txBody>
          <a:bodyPr>
            <a:normAutofit fontScale="90000"/>
          </a:bodyPr>
          <a:lstStyle/>
          <a:p>
            <a:pPr algn="l">
              <a:lnSpc>
                <a:spcPct val="125000"/>
              </a:lnSpc>
            </a:pPr>
            <a:r>
              <a:rPr lang="zh-CN" altLang="en-US"/>
              <a:t>The Model Pusher component uploads the validated model artifact to the designated AWS S3 bucket and registers it in the AWS ECR (Elastic Container Registry), making it accessible for real-time predictions.</a:t>
            </a:r>
          </a:p>
        </p:txBody>
      </p:sp>
      <p:sp>
        <p:nvSpPr>
          <p:cNvPr id="6" name="Text Placeholder 5"/>
          <p:cNvSpPr>
            <a:spLocks noGrp="1"/>
          </p:cNvSpPr>
          <p:nvPr>
            <p:ph type="body" idx="16391"/>
            <p:custDataLst>
              <p:tags r:id="rId6"/>
            </p:custDataLst>
          </p:nvPr>
        </p:nvSpPr>
        <p:spPr/>
        <p:txBody>
          <a:bodyPr/>
          <a:lstStyle/>
          <a:p>
            <a:pPr algn="ctr">
              <a:lnSpc>
                <a:spcPct val="109000"/>
              </a:lnSpc>
            </a:pPr>
            <a:r>
              <a:rPr lang="zh-CN" altLang="en-US"/>
              <a:t>02</a:t>
            </a:r>
          </a:p>
        </p:txBody>
      </p:sp>
      <p:sp>
        <p:nvSpPr>
          <p:cNvPr id="7" name="Text Placeholder 6"/>
          <p:cNvSpPr>
            <a:spLocks noGrp="1"/>
          </p:cNvSpPr>
          <p:nvPr>
            <p:ph type="body" idx="16389"/>
            <p:custDataLst>
              <p:tags r:id="rId7"/>
            </p:custDataLst>
          </p:nvPr>
        </p:nvSpPr>
        <p:spPr/>
        <p:txBody>
          <a:bodyPr>
            <a:normAutofit/>
          </a:bodyPr>
          <a:lstStyle/>
          <a:p>
            <a:pPr algn="l">
              <a:lnSpc>
                <a:spcPct val="111000"/>
              </a:lnSpc>
            </a:pPr>
            <a:r>
              <a:rPr lang="zh-CN" altLang="en-US"/>
              <a:t>Containerization for Consistency</a:t>
            </a:r>
          </a:p>
        </p:txBody>
      </p:sp>
      <p:sp>
        <p:nvSpPr>
          <p:cNvPr id="8" name="Text Placeholder 7"/>
          <p:cNvSpPr>
            <a:spLocks noGrp="1"/>
          </p:cNvSpPr>
          <p:nvPr>
            <p:ph type="body" idx="16390"/>
            <p:custDataLst>
              <p:tags r:id="rId8"/>
            </p:custDataLst>
          </p:nvPr>
        </p:nvSpPr>
        <p:spPr/>
        <p:txBody>
          <a:bodyPr>
            <a:normAutofit fontScale="90000"/>
          </a:bodyPr>
          <a:lstStyle/>
          <a:p>
            <a:pPr algn="l">
              <a:lnSpc>
                <a:spcPct val="125000"/>
              </a:lnSpc>
            </a:pPr>
            <a:r>
              <a:rPr lang="zh-CN" altLang="en-US"/>
              <a:t>The entire application environment is packaged using Docker. This containerization ensures consistency across local development, testing, and cloud deployment environments, eliminating compatibility issues.</a:t>
            </a:r>
          </a:p>
        </p:txBody>
      </p:sp>
      <p:sp>
        <p:nvSpPr>
          <p:cNvPr id="9" name="Text Placeholder 8"/>
          <p:cNvSpPr>
            <a:spLocks noGrp="1"/>
          </p:cNvSpPr>
          <p:nvPr>
            <p:ph type="body" idx="16394"/>
            <p:custDataLst>
              <p:tags r:id="rId9"/>
            </p:custDataLst>
          </p:nvPr>
        </p:nvSpPr>
        <p:spPr/>
        <p:txBody>
          <a:bodyPr/>
          <a:lstStyle/>
          <a:p>
            <a:pPr algn="ctr">
              <a:lnSpc>
                <a:spcPct val="109000"/>
              </a:lnSpc>
            </a:pPr>
            <a:r>
              <a:rPr lang="zh-CN" altLang="en-US"/>
              <a:t>03</a:t>
            </a:r>
          </a:p>
        </p:txBody>
      </p:sp>
      <p:sp>
        <p:nvSpPr>
          <p:cNvPr id="10" name="Text Placeholder 9"/>
          <p:cNvSpPr>
            <a:spLocks noGrp="1"/>
          </p:cNvSpPr>
          <p:nvPr>
            <p:ph type="body" idx="16392"/>
            <p:custDataLst>
              <p:tags r:id="rId10"/>
            </p:custDataLst>
          </p:nvPr>
        </p:nvSpPr>
        <p:spPr/>
        <p:txBody>
          <a:bodyPr>
            <a:normAutofit/>
          </a:bodyPr>
          <a:lstStyle/>
          <a:p>
            <a:pPr algn="l">
              <a:lnSpc>
                <a:spcPct val="111000"/>
              </a:lnSpc>
            </a:pPr>
            <a:r>
              <a:rPr lang="zh-CN" altLang="en-US"/>
              <a:t>Automated CI/CD with GitHub Actions</a:t>
            </a:r>
          </a:p>
        </p:txBody>
      </p:sp>
      <p:sp>
        <p:nvSpPr>
          <p:cNvPr id="11" name="Text Placeholder 10"/>
          <p:cNvSpPr>
            <a:spLocks noGrp="1"/>
          </p:cNvSpPr>
          <p:nvPr>
            <p:ph type="body" idx="16393"/>
            <p:custDataLst>
              <p:tags r:id="rId11"/>
            </p:custDataLst>
          </p:nvPr>
        </p:nvSpPr>
        <p:spPr/>
        <p:txBody>
          <a:bodyPr>
            <a:normAutofit fontScale="90000"/>
          </a:bodyPr>
          <a:lstStyle/>
          <a:p>
            <a:pPr algn="l">
              <a:lnSpc>
                <a:spcPct val="125000"/>
              </a:lnSpc>
            </a:pPr>
            <a:r>
              <a:rPr lang="zh-CN" altLang="en-US"/>
              <a:t>GitHub Actions workflows automate the deployment process, triggering new builds and deployments whenever changes are pushed to the repository, enabling continuous integration and continuous delivery.</a:t>
            </a:r>
          </a:p>
        </p:txBody>
      </p:sp>
    </p:spTree>
    <p:custDataLst>
      <p:tags r:id="rId1"/>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idx="16385"/>
            <p:custDataLst>
              <p:tags r:id="rId2"/>
            </p:custDataLst>
          </p:nvPr>
        </p:nvSpPr>
        <p:spPr/>
        <p:txBody>
          <a:bodyPr>
            <a:normAutofit/>
          </a:bodyPr>
          <a:lstStyle/>
          <a:p>
            <a:pPr algn="l">
              <a:lnSpc>
                <a:spcPct val="111000"/>
              </a:lnSpc>
            </a:pPr>
            <a:r>
              <a:rPr lang="zh-CN" altLang="en-US"/>
              <a:t>Software Stack and Development Tools</a:t>
            </a:r>
          </a:p>
        </p:txBody>
      </p:sp>
      <p:sp>
        <p:nvSpPr>
          <p:cNvPr id="4" name="Text Placeholder 3"/>
          <p:cNvSpPr>
            <a:spLocks noGrp="1"/>
          </p:cNvSpPr>
          <p:nvPr>
            <p:ph type="body" idx="16386"/>
            <p:custDataLst>
              <p:tags r:id="rId3"/>
            </p:custDataLst>
          </p:nvPr>
        </p:nvSpPr>
        <p:spPr/>
        <p:txBody>
          <a:bodyPr>
            <a:normAutofit/>
          </a:bodyPr>
          <a:lstStyle/>
          <a:p>
            <a:pPr algn="l">
              <a:lnSpc>
                <a:spcPct val="111000"/>
              </a:lnSpc>
            </a:pPr>
            <a:r>
              <a:rPr lang="zh-CN" altLang="en-US"/>
              <a:t>Programming Language: Python 3.7+</a:t>
            </a:r>
          </a:p>
        </p:txBody>
      </p:sp>
      <p:sp>
        <p:nvSpPr>
          <p:cNvPr id="5" name="Text Placeholder 4"/>
          <p:cNvSpPr>
            <a:spLocks noGrp="1"/>
          </p:cNvSpPr>
          <p:nvPr>
            <p:ph type="body" idx="16387"/>
            <p:custDataLst>
              <p:tags r:id="rId4"/>
            </p:custDataLst>
          </p:nvPr>
        </p:nvSpPr>
        <p:spPr/>
        <p:txBody>
          <a:bodyPr>
            <a:normAutofit/>
          </a:bodyPr>
          <a:lstStyle/>
          <a:p>
            <a:pPr algn="l">
              <a:lnSpc>
                <a:spcPct val="125000"/>
              </a:lnSpc>
            </a:pPr>
            <a:r>
              <a:rPr lang="zh-CN" altLang="en-US" sz="1400"/>
              <a:t>Python 3.7+ is the primary programming language used for developing the data pipelines, machine learning operations, and overall system logic of the Intelligent Spam-Ham Classification System.</a:t>
            </a:r>
          </a:p>
        </p:txBody>
      </p:sp>
      <p:sp>
        <p:nvSpPr>
          <p:cNvPr id="7" name="Text Placeholder 6"/>
          <p:cNvSpPr>
            <a:spLocks noGrp="1"/>
          </p:cNvSpPr>
          <p:nvPr>
            <p:ph type="body" idx="16388"/>
            <p:custDataLst>
              <p:tags r:id="rId5"/>
            </p:custDataLst>
          </p:nvPr>
        </p:nvSpPr>
        <p:spPr/>
        <p:txBody>
          <a:bodyPr>
            <a:normAutofit/>
          </a:bodyPr>
          <a:lstStyle/>
          <a:p>
            <a:pPr algn="l">
              <a:lnSpc>
                <a:spcPct val="111000"/>
              </a:lnSpc>
            </a:pPr>
            <a:r>
              <a:rPr lang="zh-CN" altLang="en-US"/>
              <a:t>Machine Learning Libraries: Scikit-Learn</a:t>
            </a:r>
          </a:p>
        </p:txBody>
      </p:sp>
      <p:sp>
        <p:nvSpPr>
          <p:cNvPr id="8" name="Text Placeholder 7"/>
          <p:cNvSpPr>
            <a:spLocks noGrp="1"/>
          </p:cNvSpPr>
          <p:nvPr>
            <p:ph type="body" idx="16389"/>
            <p:custDataLst>
              <p:tags r:id="rId6"/>
            </p:custDataLst>
          </p:nvPr>
        </p:nvSpPr>
        <p:spPr/>
        <p:txBody>
          <a:bodyPr>
            <a:normAutofit fontScale="90000"/>
          </a:bodyPr>
          <a:lstStyle/>
          <a:p>
            <a:pPr algn="l">
              <a:lnSpc>
                <a:spcPct val="125000"/>
              </a:lnSpc>
            </a:pPr>
            <a:r>
              <a:rPr lang="zh-CN" altLang="en-US"/>
              <a:t>Scikit-Learn is a fundamental library for model development, implementing algorithms such as Multinomial Naive Bayes, Gaussian Naive Bayes, and Support Vector Classifier (SVC) for text classification.</a:t>
            </a:r>
          </a:p>
        </p:txBody>
      </p:sp>
      <p:sp>
        <p:nvSpPr>
          <p:cNvPr id="10" name="Text Placeholder 9"/>
          <p:cNvSpPr>
            <a:spLocks noGrp="1"/>
          </p:cNvSpPr>
          <p:nvPr>
            <p:ph type="body" idx="16390"/>
            <p:custDataLst>
              <p:tags r:id="rId7"/>
            </p:custDataLst>
          </p:nvPr>
        </p:nvSpPr>
        <p:spPr/>
        <p:txBody>
          <a:bodyPr>
            <a:normAutofit/>
          </a:bodyPr>
          <a:lstStyle/>
          <a:p>
            <a:pPr algn="l">
              <a:lnSpc>
                <a:spcPct val="111000"/>
              </a:lnSpc>
            </a:pPr>
            <a:r>
              <a:rPr lang="zh-CN" altLang="en-US"/>
              <a:t>API Frameworks: FastAPI/Flask</a:t>
            </a:r>
          </a:p>
        </p:txBody>
      </p:sp>
      <p:sp>
        <p:nvSpPr>
          <p:cNvPr id="11" name="Text Placeholder 10"/>
          <p:cNvSpPr>
            <a:spLocks noGrp="1"/>
          </p:cNvSpPr>
          <p:nvPr>
            <p:ph type="body" idx="16391"/>
            <p:custDataLst>
              <p:tags r:id="rId8"/>
            </p:custDataLst>
          </p:nvPr>
        </p:nvSpPr>
        <p:spPr/>
        <p:txBody>
          <a:bodyPr>
            <a:normAutofit/>
          </a:bodyPr>
          <a:lstStyle/>
          <a:p>
            <a:pPr algn="l">
              <a:lnSpc>
                <a:spcPct val="125000"/>
              </a:lnSpc>
            </a:pPr>
            <a:r>
              <a:rPr lang="zh-CN" altLang="en-US" sz="1400"/>
              <a:t>FastAPI or Flask is employed to create the prediction API, enabling external applications to send text for real-time classification and receive results from the deployed machine learning model.</a:t>
            </a:r>
          </a:p>
        </p:txBody>
      </p:sp>
    </p:spTree>
    <p:custDataLst>
      <p:tags r:id="rId1"/>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idx="16385"/>
            <p:custDataLst>
              <p:tags r:id="rId2"/>
            </p:custDataLst>
          </p:nvPr>
        </p:nvSpPr>
        <p:spPr/>
        <p:txBody>
          <a:bodyPr>
            <a:normAutofit/>
          </a:bodyPr>
          <a:lstStyle/>
          <a:p>
            <a:pPr algn="l">
              <a:lnSpc>
                <a:spcPct val="111000"/>
              </a:lnSpc>
            </a:pPr>
            <a:r>
              <a:rPr lang="zh-CN" altLang="en-US"/>
              <a:t>Software Stack and Development Tools</a:t>
            </a:r>
          </a:p>
        </p:txBody>
      </p:sp>
      <p:sp>
        <p:nvSpPr>
          <p:cNvPr id="3" name="装饰  1"/>
          <p:cNvSpPr>
            <a:spLocks noGrp="1"/>
          </p:cNvSpPr>
          <p:nvPr>
            <p:ph type="body" idx="16393"/>
            <p:custDataLst>
              <p:tags r:id="rId3"/>
            </p:custDataLst>
          </p:nvPr>
        </p:nvSpPr>
        <p:spPr/>
        <p:txBody>
          <a:bodyPr/>
          <a:lstStyle/>
          <a:p>
            <a:r>
              <a:rPr lang="zh-CN" altLang="en-US"/>
              <a:t> </a:t>
            </a:r>
          </a:p>
        </p:txBody>
      </p:sp>
      <p:pic>
        <p:nvPicPr>
          <p:cNvPr id="15" name="Picture Placeholder 14"/>
          <p:cNvPicPr>
            <a:picLocks noGrp="1"/>
          </p:cNvPicPr>
          <p:nvPr>
            <p:ph type="pic" idx="16392"/>
            <p:custDataLst>
              <p:tags r:id="rId4"/>
            </p:custDataLst>
          </p:nvPr>
        </p:nvPicPr>
        <p:blipFill>
          <a:blip>
            <a:extLst>
              <a:ext uri="{96DAC541-7B7A-43D3-8B79-37D633B846F1}">
                <asvg:svgBlip xmlns:asvg="http://schemas.microsoft.com/office/drawing/2016/SVG/main" r:embed="rId16"/>
              </a:ext>
            </a:extLst>
          </a:blip>
          <a:stretch>
            <a:fillRect/>
          </a:stretch>
        </p:blipFill>
        <p:spPr>
          <a:xfrm>
            <a:off x="822960" y="1915160"/>
            <a:ext cx="487680" cy="487680"/>
          </a:xfrm>
          <a:prstGeom prst="rect">
            <a:avLst/>
          </a:prstGeom>
        </p:spPr>
      </p:pic>
      <p:sp>
        <p:nvSpPr>
          <p:cNvPr id="5" name="Text Placeholder 4"/>
          <p:cNvSpPr>
            <a:spLocks noGrp="1"/>
          </p:cNvSpPr>
          <p:nvPr>
            <p:ph type="body" idx="16386"/>
            <p:custDataLst>
              <p:tags r:id="rId5"/>
            </p:custDataLst>
          </p:nvPr>
        </p:nvSpPr>
        <p:spPr/>
        <p:txBody>
          <a:bodyPr>
            <a:normAutofit/>
          </a:bodyPr>
          <a:lstStyle/>
          <a:p>
            <a:pPr algn="l">
              <a:lnSpc>
                <a:spcPct val="111000"/>
              </a:lnSpc>
            </a:pPr>
            <a:r>
              <a:rPr lang="zh-CN" altLang="en-US"/>
              <a:t>Development Environment: Visual Studio Code</a:t>
            </a:r>
          </a:p>
        </p:txBody>
      </p:sp>
      <p:sp>
        <p:nvSpPr>
          <p:cNvPr id="6" name="Text Placeholder 5"/>
          <p:cNvSpPr>
            <a:spLocks noGrp="1"/>
          </p:cNvSpPr>
          <p:nvPr>
            <p:ph type="body" idx="16387"/>
            <p:custDataLst>
              <p:tags r:id="rId6"/>
            </p:custDataLst>
          </p:nvPr>
        </p:nvSpPr>
        <p:spPr/>
        <p:txBody>
          <a:bodyPr>
            <a:normAutofit/>
          </a:bodyPr>
          <a:lstStyle/>
          <a:p>
            <a:pPr algn="l">
              <a:lnSpc>
                <a:spcPct val="125000"/>
              </a:lnSpc>
            </a:pPr>
            <a:r>
              <a:rPr lang="zh-CN" altLang="en-US"/>
              <a:t>Visual Studio Code serves as the main code editor and integrated development environment (IDE) for all development activities related to the project.</a:t>
            </a:r>
          </a:p>
        </p:txBody>
      </p:sp>
      <p:sp>
        <p:nvSpPr>
          <p:cNvPr id="7" name="装饰  5"/>
          <p:cNvSpPr>
            <a:spLocks noGrp="1"/>
          </p:cNvSpPr>
          <p:nvPr>
            <p:ph type="body" idx="16395"/>
            <p:custDataLst>
              <p:tags r:id="rId7"/>
            </p:custDataLst>
          </p:nvPr>
        </p:nvSpPr>
        <p:spPr/>
        <p:txBody>
          <a:bodyPr/>
          <a:lstStyle/>
          <a:p>
            <a:r>
              <a:rPr lang="zh-CN" altLang="en-US"/>
              <a:t> </a:t>
            </a:r>
          </a:p>
        </p:txBody>
      </p:sp>
      <p:pic>
        <p:nvPicPr>
          <p:cNvPr id="16" name="Picture Placeholder 15"/>
          <p:cNvPicPr>
            <a:picLocks noGrp="1"/>
          </p:cNvPicPr>
          <p:nvPr>
            <p:ph type="pic" idx="16394"/>
            <p:custDataLst>
              <p:tags r:id="rId8"/>
            </p:custDataLst>
          </p:nvPr>
        </p:nvPicPr>
        <p:blipFill>
          <a:blip>
            <a:extLst>
              <a:ext uri="{96DAC541-7B7A-43D3-8B79-37D633B846F1}">
                <asvg:svgBlip xmlns:asvg="http://schemas.microsoft.com/office/drawing/2016/SVG/main" r:embed="rId17"/>
              </a:ext>
            </a:extLst>
          </a:blip>
          <a:stretch>
            <a:fillRect/>
          </a:stretch>
        </p:blipFill>
        <p:spPr>
          <a:xfrm>
            <a:off x="822960" y="3642360"/>
            <a:ext cx="487680" cy="487680"/>
          </a:xfrm>
          <a:prstGeom prst="rect">
            <a:avLst/>
          </a:prstGeom>
        </p:spPr>
      </p:pic>
      <p:sp>
        <p:nvSpPr>
          <p:cNvPr id="9" name="Text Placeholder 8"/>
          <p:cNvSpPr>
            <a:spLocks noGrp="1"/>
          </p:cNvSpPr>
          <p:nvPr>
            <p:ph type="body" idx="16388"/>
            <p:custDataLst>
              <p:tags r:id="rId9"/>
            </p:custDataLst>
          </p:nvPr>
        </p:nvSpPr>
        <p:spPr/>
        <p:txBody>
          <a:bodyPr>
            <a:normAutofit/>
          </a:bodyPr>
          <a:lstStyle/>
          <a:p>
            <a:pPr algn="l">
              <a:lnSpc>
                <a:spcPct val="111000"/>
              </a:lnSpc>
            </a:pPr>
            <a:r>
              <a:rPr lang="zh-CN" altLang="en-US"/>
              <a:t>Containerization: Docker</a:t>
            </a:r>
          </a:p>
        </p:txBody>
      </p:sp>
      <p:sp>
        <p:nvSpPr>
          <p:cNvPr id="10" name="Text Placeholder 9"/>
          <p:cNvSpPr>
            <a:spLocks noGrp="1"/>
          </p:cNvSpPr>
          <p:nvPr>
            <p:ph type="body" idx="16389"/>
            <p:custDataLst>
              <p:tags r:id="rId10"/>
            </p:custDataLst>
          </p:nvPr>
        </p:nvSpPr>
        <p:spPr/>
        <p:txBody>
          <a:bodyPr>
            <a:normAutofit/>
          </a:bodyPr>
          <a:lstStyle/>
          <a:p>
            <a:pPr algn="l">
              <a:lnSpc>
                <a:spcPct val="125000"/>
              </a:lnSpc>
            </a:pPr>
            <a:r>
              <a:rPr lang="zh-CN" altLang="en-US"/>
              <a:t>Docker is used as the containerization engine to standardize the application's environment, ensuring consistency across local development, testing, and cloud deployment platforms.</a:t>
            </a:r>
          </a:p>
        </p:txBody>
      </p:sp>
      <p:sp>
        <p:nvSpPr>
          <p:cNvPr id="11" name="装饰  9"/>
          <p:cNvSpPr>
            <a:spLocks noGrp="1"/>
          </p:cNvSpPr>
          <p:nvPr>
            <p:ph type="body" idx="16397"/>
            <p:custDataLst>
              <p:tags r:id="rId11"/>
            </p:custDataLst>
          </p:nvPr>
        </p:nvSpPr>
        <p:spPr/>
        <p:txBody>
          <a:bodyPr/>
          <a:lstStyle/>
          <a:p>
            <a:r>
              <a:rPr lang="zh-CN" altLang="en-US"/>
              <a:t> </a:t>
            </a:r>
          </a:p>
        </p:txBody>
      </p:sp>
      <p:pic>
        <p:nvPicPr>
          <p:cNvPr id="17" name="Picture Placeholder 16"/>
          <p:cNvPicPr>
            <a:picLocks noGrp="1"/>
          </p:cNvPicPr>
          <p:nvPr>
            <p:ph type="pic" idx="16396"/>
            <p:custDataLst>
              <p:tags r:id="rId12"/>
            </p:custDataLst>
          </p:nvPr>
        </p:nvPicPr>
        <p:blipFill>
          <a:blip>
            <a:extLst>
              <a:ext uri="{96DAC541-7B7A-43D3-8B79-37D633B846F1}">
                <asvg:svgBlip xmlns:asvg="http://schemas.microsoft.com/office/drawing/2016/SVG/main" r:embed="rId18"/>
              </a:ext>
            </a:extLst>
          </a:blip>
          <a:stretch>
            <a:fillRect/>
          </a:stretch>
        </p:blipFill>
        <p:spPr>
          <a:xfrm>
            <a:off x="822960" y="5369560"/>
            <a:ext cx="487680" cy="487680"/>
          </a:xfrm>
          <a:prstGeom prst="rect">
            <a:avLst/>
          </a:prstGeom>
        </p:spPr>
      </p:pic>
      <p:sp>
        <p:nvSpPr>
          <p:cNvPr id="13" name="Text Placeholder 12"/>
          <p:cNvSpPr>
            <a:spLocks noGrp="1"/>
          </p:cNvSpPr>
          <p:nvPr>
            <p:ph type="body" idx="16390"/>
            <p:custDataLst>
              <p:tags r:id="rId13"/>
            </p:custDataLst>
          </p:nvPr>
        </p:nvSpPr>
        <p:spPr/>
        <p:txBody>
          <a:bodyPr>
            <a:normAutofit/>
          </a:bodyPr>
          <a:lstStyle/>
          <a:p>
            <a:pPr algn="l">
              <a:lnSpc>
                <a:spcPct val="111000"/>
              </a:lnSpc>
            </a:pPr>
            <a:r>
              <a:rPr lang="zh-CN" altLang="en-US"/>
              <a:t>Version Control &amp; CI/CD: Git &amp; GitHub Actions</a:t>
            </a:r>
          </a:p>
        </p:txBody>
      </p:sp>
      <p:sp>
        <p:nvSpPr>
          <p:cNvPr id="14" name="Text Placeholder 13"/>
          <p:cNvSpPr>
            <a:spLocks noGrp="1"/>
          </p:cNvSpPr>
          <p:nvPr>
            <p:ph type="body" idx="16391"/>
            <p:custDataLst>
              <p:tags r:id="rId14"/>
            </p:custDataLst>
          </p:nvPr>
        </p:nvSpPr>
        <p:spPr/>
        <p:txBody>
          <a:bodyPr>
            <a:normAutofit/>
          </a:bodyPr>
          <a:lstStyle/>
          <a:p>
            <a:pPr algn="l">
              <a:lnSpc>
                <a:spcPct val="125000"/>
              </a:lnSpc>
            </a:pPr>
            <a:r>
              <a:rPr lang="zh-CN" altLang="en-US"/>
              <a:t>Git is utilized for version control, while GitHub Actions automates the continuous integration and continuous deployment (CI/CD) pipelines, streamlining the delivery of new features and model updates.</a:t>
            </a:r>
          </a:p>
        </p:txBody>
      </p:sp>
    </p:spTree>
    <p:custDataLst>
      <p:tags r:id="rId1"/>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idx="16385"/>
            <p:custDataLst>
              <p:tags r:id="rId2"/>
            </p:custDataLst>
          </p:nvPr>
        </p:nvSpPr>
        <p:spPr/>
        <p:txBody>
          <a:bodyPr>
            <a:normAutofit fontScale="90000"/>
          </a:bodyPr>
          <a:lstStyle/>
          <a:p>
            <a:pPr algn="l">
              <a:lnSpc>
                <a:spcPct val="111000"/>
              </a:lnSpc>
            </a:pPr>
            <a:r>
              <a:rPr lang="zh-CN" altLang="en-US"/>
              <a:t>Activity Diagram: MLOps Pipeline Workflow</a:t>
            </a:r>
          </a:p>
        </p:txBody>
      </p:sp>
      <p:sp>
        <p:nvSpPr>
          <p:cNvPr id="3" name="装饰  1"/>
          <p:cNvSpPr>
            <a:spLocks noGrp="1"/>
          </p:cNvSpPr>
          <p:nvPr>
            <p:ph type="body" idx="16395"/>
            <p:custDataLst>
              <p:tags r:id="rId3"/>
            </p:custDataLst>
          </p:nvPr>
        </p:nvSpPr>
        <p:spPr/>
        <p:txBody>
          <a:bodyPr/>
          <a:lstStyle/>
          <a:p>
            <a:r>
              <a:rPr lang="zh-CN" altLang="en-US"/>
              <a:t> </a:t>
            </a:r>
          </a:p>
        </p:txBody>
      </p:sp>
      <p:sp>
        <p:nvSpPr>
          <p:cNvPr id="4" name="Text Placeholder 3"/>
          <p:cNvSpPr>
            <a:spLocks noGrp="1"/>
          </p:cNvSpPr>
          <p:nvPr>
            <p:ph type="body" idx="16388"/>
            <p:custDataLst>
              <p:tags r:id="rId4"/>
            </p:custDataLst>
          </p:nvPr>
        </p:nvSpPr>
        <p:spPr/>
        <p:txBody>
          <a:bodyPr/>
          <a:lstStyle/>
          <a:p>
            <a:pPr algn="ctr">
              <a:lnSpc>
                <a:spcPct val="109000"/>
              </a:lnSpc>
            </a:pPr>
            <a:r>
              <a:rPr lang="zh-CN" altLang="en-US"/>
              <a:t>01</a:t>
            </a:r>
          </a:p>
        </p:txBody>
      </p:sp>
      <p:sp>
        <p:nvSpPr>
          <p:cNvPr id="5" name="Text Placeholder 4"/>
          <p:cNvSpPr>
            <a:spLocks noGrp="1"/>
          </p:cNvSpPr>
          <p:nvPr>
            <p:ph type="body" idx="16386"/>
            <p:custDataLst>
              <p:tags r:id="rId5"/>
            </p:custDataLst>
          </p:nvPr>
        </p:nvSpPr>
        <p:spPr/>
        <p:txBody>
          <a:bodyPr>
            <a:normAutofit/>
          </a:bodyPr>
          <a:lstStyle/>
          <a:p>
            <a:pPr algn="l">
              <a:lnSpc>
                <a:spcPct val="111000"/>
              </a:lnSpc>
            </a:pPr>
            <a:r>
              <a:rPr lang="zh-CN" altLang="en-US"/>
              <a:t>Initiation and Data Handling</a:t>
            </a:r>
          </a:p>
        </p:txBody>
      </p:sp>
      <p:sp>
        <p:nvSpPr>
          <p:cNvPr id="6" name="Text Placeholder 5"/>
          <p:cNvSpPr>
            <a:spLocks noGrp="1"/>
          </p:cNvSpPr>
          <p:nvPr>
            <p:ph type="body" idx="16387"/>
            <p:custDataLst>
              <p:tags r:id="rId6"/>
            </p:custDataLst>
          </p:nvPr>
        </p:nvSpPr>
        <p:spPr/>
        <p:txBody>
          <a:bodyPr>
            <a:normAutofit/>
          </a:bodyPr>
          <a:lstStyle/>
          <a:p>
            <a:pPr algn="l">
              <a:lnSpc>
                <a:spcPct val="125000"/>
              </a:lnSpc>
            </a:pPr>
            <a:r>
              <a:rPr lang="zh-CN" altLang="en-US" sz="1400"/>
              <a:t>The workflow begins with an ingestion signal, leading to "Data Ingestion &amp; Validation" from MongoDB Atlas, schema validation, and storage in the feature store.</a:t>
            </a:r>
          </a:p>
        </p:txBody>
      </p:sp>
      <p:sp>
        <p:nvSpPr>
          <p:cNvPr id="7" name="装饰  5"/>
          <p:cNvSpPr>
            <a:spLocks noGrp="1"/>
          </p:cNvSpPr>
          <p:nvPr>
            <p:ph type="body" idx="16396"/>
            <p:custDataLst>
              <p:tags r:id="rId7"/>
            </p:custDataLst>
          </p:nvPr>
        </p:nvSpPr>
        <p:spPr/>
        <p:txBody>
          <a:bodyPr/>
          <a:lstStyle/>
          <a:p>
            <a:r>
              <a:rPr lang="zh-CN" altLang="en-US"/>
              <a:t> </a:t>
            </a:r>
          </a:p>
        </p:txBody>
      </p:sp>
      <p:sp>
        <p:nvSpPr>
          <p:cNvPr id="8" name="Text Placeholder 7"/>
          <p:cNvSpPr>
            <a:spLocks noGrp="1"/>
          </p:cNvSpPr>
          <p:nvPr>
            <p:ph type="body" idx="16391"/>
            <p:custDataLst>
              <p:tags r:id="rId8"/>
            </p:custDataLst>
          </p:nvPr>
        </p:nvSpPr>
        <p:spPr/>
        <p:txBody>
          <a:bodyPr/>
          <a:lstStyle/>
          <a:p>
            <a:pPr algn="ctr">
              <a:lnSpc>
                <a:spcPct val="109000"/>
              </a:lnSpc>
            </a:pPr>
            <a:r>
              <a:rPr lang="zh-CN" altLang="en-US"/>
              <a:t>02</a:t>
            </a:r>
          </a:p>
        </p:txBody>
      </p:sp>
      <p:sp>
        <p:nvSpPr>
          <p:cNvPr id="9" name="Text Placeholder 8"/>
          <p:cNvSpPr>
            <a:spLocks noGrp="1"/>
          </p:cNvSpPr>
          <p:nvPr>
            <p:ph type="body" idx="16389"/>
            <p:custDataLst>
              <p:tags r:id="rId9"/>
            </p:custDataLst>
          </p:nvPr>
        </p:nvSpPr>
        <p:spPr/>
        <p:txBody>
          <a:bodyPr>
            <a:normAutofit/>
          </a:bodyPr>
          <a:lstStyle/>
          <a:p>
            <a:pPr algn="l">
              <a:lnSpc>
                <a:spcPct val="111000"/>
              </a:lnSpc>
            </a:pPr>
            <a:r>
              <a:rPr lang="zh-CN" altLang="en-US"/>
              <a:t>Data Transformation and Model Training</a:t>
            </a:r>
          </a:p>
        </p:txBody>
      </p:sp>
      <p:sp>
        <p:nvSpPr>
          <p:cNvPr id="10" name="Text Placeholder 9"/>
          <p:cNvSpPr>
            <a:spLocks noGrp="1"/>
          </p:cNvSpPr>
          <p:nvPr>
            <p:ph type="body" idx="16390"/>
            <p:custDataLst>
              <p:tags r:id="rId10"/>
            </p:custDataLst>
          </p:nvPr>
        </p:nvSpPr>
        <p:spPr/>
        <p:txBody>
          <a:bodyPr>
            <a:normAutofit fontScale="90000"/>
          </a:bodyPr>
          <a:lstStyle/>
          <a:p>
            <a:pPr algn="l">
              <a:lnSpc>
                <a:spcPct val="125000"/>
              </a:lnSpc>
            </a:pPr>
            <a:r>
              <a:rPr lang="zh-CN" altLang="en-US"/>
              <a:t>Following validation, "Data Transformation" converts text into numerical vectors using NLP. Subsequently, "Model Training &amp; Evaluation" assesses algorithms (MultinomialNB, GaussianNB, SVC) against a base model.</a:t>
            </a:r>
          </a:p>
        </p:txBody>
      </p:sp>
      <p:sp>
        <p:nvSpPr>
          <p:cNvPr id="11" name="装饰  9"/>
          <p:cNvSpPr>
            <a:spLocks noGrp="1"/>
          </p:cNvSpPr>
          <p:nvPr>
            <p:ph type="body" idx="16397"/>
            <p:custDataLst>
              <p:tags r:id="rId11"/>
            </p:custDataLst>
          </p:nvPr>
        </p:nvSpPr>
        <p:spPr/>
        <p:txBody>
          <a:bodyPr/>
          <a:lstStyle/>
          <a:p>
            <a:r>
              <a:rPr lang="zh-CN" altLang="en-US"/>
              <a:t> </a:t>
            </a:r>
          </a:p>
        </p:txBody>
      </p:sp>
      <p:sp>
        <p:nvSpPr>
          <p:cNvPr id="12" name="Text Placeholder 11"/>
          <p:cNvSpPr>
            <a:spLocks noGrp="1"/>
          </p:cNvSpPr>
          <p:nvPr>
            <p:ph type="body" idx="16394"/>
            <p:custDataLst>
              <p:tags r:id="rId12"/>
            </p:custDataLst>
          </p:nvPr>
        </p:nvSpPr>
        <p:spPr/>
        <p:txBody>
          <a:bodyPr/>
          <a:lstStyle/>
          <a:p>
            <a:pPr algn="ctr">
              <a:lnSpc>
                <a:spcPct val="109000"/>
              </a:lnSpc>
            </a:pPr>
            <a:r>
              <a:rPr lang="zh-CN" altLang="en-US"/>
              <a:t>03</a:t>
            </a:r>
          </a:p>
        </p:txBody>
      </p:sp>
      <p:sp>
        <p:nvSpPr>
          <p:cNvPr id="13" name="Text Placeholder 12"/>
          <p:cNvSpPr>
            <a:spLocks noGrp="1"/>
          </p:cNvSpPr>
          <p:nvPr>
            <p:ph type="body" idx="16392"/>
            <p:custDataLst>
              <p:tags r:id="rId13"/>
            </p:custDataLst>
          </p:nvPr>
        </p:nvSpPr>
        <p:spPr/>
        <p:txBody>
          <a:bodyPr>
            <a:normAutofit/>
          </a:bodyPr>
          <a:lstStyle/>
          <a:p>
            <a:pPr algn="l">
              <a:lnSpc>
                <a:spcPct val="111000"/>
              </a:lnSpc>
            </a:pPr>
            <a:r>
              <a:rPr lang="zh-CN" altLang="en-US"/>
              <a:t>Decision and Deployment</a:t>
            </a:r>
          </a:p>
        </p:txBody>
      </p:sp>
      <p:sp>
        <p:nvSpPr>
          <p:cNvPr id="14" name="Text Placeholder 13"/>
          <p:cNvSpPr>
            <a:spLocks noGrp="1"/>
          </p:cNvSpPr>
          <p:nvPr>
            <p:ph type="body" idx="16393"/>
            <p:custDataLst>
              <p:tags r:id="rId14"/>
            </p:custDataLst>
          </p:nvPr>
        </p:nvSpPr>
        <p:spPr/>
        <p:txBody>
          <a:bodyPr>
            <a:normAutofit/>
          </a:bodyPr>
          <a:lstStyle/>
          <a:p>
            <a:pPr algn="l">
              <a:lnSpc>
                <a:spcPct val="125000"/>
              </a:lnSpc>
            </a:pPr>
            <a:r>
              <a:rPr lang="zh-CN" altLang="en-US" sz="1400"/>
              <a:t>A "Decision Node" determines if the new model is accepted. If yes, it's pushed to AWS S3 and ECR via Docker; otherwise, the existing model is retained. The process concludes with finalized deployment.</a:t>
            </a:r>
          </a:p>
        </p:txBody>
      </p:sp>
    </p:spTree>
    <p:custDataLst>
      <p:tags r:id="rId1"/>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idx="16385"/>
            <p:custDataLst>
              <p:tags r:id="rId2"/>
            </p:custDataLst>
          </p:nvPr>
        </p:nvSpPr>
        <p:spPr/>
        <p:txBody>
          <a:bodyPr>
            <a:normAutofit/>
          </a:bodyPr>
          <a:lstStyle/>
          <a:p>
            <a:pPr algn="l">
              <a:lnSpc>
                <a:spcPct val="111000"/>
              </a:lnSpc>
            </a:pPr>
            <a:r>
              <a:rPr lang="zh-CN" altLang="en-US"/>
              <a:t>Sequence Diagram: Real-time Prediction Flow</a:t>
            </a:r>
          </a:p>
        </p:txBody>
      </p:sp>
      <p:sp>
        <p:nvSpPr>
          <p:cNvPr id="3" name="Text Placeholder 2"/>
          <p:cNvSpPr>
            <a:spLocks noGrp="1"/>
          </p:cNvSpPr>
          <p:nvPr>
            <p:ph type="body" idx="16388"/>
            <p:custDataLst>
              <p:tags r:id="rId3"/>
            </p:custDataLst>
          </p:nvPr>
        </p:nvSpPr>
        <p:spPr/>
        <p:txBody>
          <a:bodyPr/>
          <a:lstStyle/>
          <a:p>
            <a:pPr algn="ctr">
              <a:lnSpc>
                <a:spcPct val="109000"/>
              </a:lnSpc>
            </a:pPr>
            <a:r>
              <a:rPr lang="zh-CN" altLang="en-US"/>
              <a:t>01</a:t>
            </a:r>
          </a:p>
        </p:txBody>
      </p:sp>
      <p:sp>
        <p:nvSpPr>
          <p:cNvPr id="4" name="Text Placeholder 3"/>
          <p:cNvSpPr>
            <a:spLocks noGrp="1"/>
          </p:cNvSpPr>
          <p:nvPr>
            <p:ph type="body" idx="16386"/>
            <p:custDataLst>
              <p:tags r:id="rId4"/>
            </p:custDataLst>
          </p:nvPr>
        </p:nvSpPr>
        <p:spPr/>
        <p:txBody>
          <a:bodyPr>
            <a:normAutofit/>
          </a:bodyPr>
          <a:lstStyle/>
          <a:p>
            <a:pPr algn="l">
              <a:lnSpc>
                <a:spcPct val="111000"/>
              </a:lnSpc>
            </a:pPr>
            <a:r>
              <a:rPr lang="zh-CN" altLang="en-US"/>
              <a:t>User Request and Model Retrieval</a:t>
            </a:r>
          </a:p>
        </p:txBody>
      </p:sp>
      <p:sp>
        <p:nvSpPr>
          <p:cNvPr id="5" name="Text Placeholder 4"/>
          <p:cNvSpPr>
            <a:spLocks noGrp="1"/>
          </p:cNvSpPr>
          <p:nvPr>
            <p:ph type="body" idx="16387"/>
            <p:custDataLst>
              <p:tags r:id="rId5"/>
            </p:custDataLst>
          </p:nvPr>
        </p:nvSpPr>
        <p:spPr/>
        <p:txBody>
          <a:bodyPr>
            <a:normAutofit/>
          </a:bodyPr>
          <a:lstStyle/>
          <a:p>
            <a:pPr algn="l">
              <a:lnSpc>
                <a:spcPct val="125000"/>
              </a:lnSpc>
            </a:pPr>
            <a:r>
              <a:rPr lang="zh-CN" altLang="en-US"/>
              <a:t>The sequence starts with a "User" sending a raw message via the API endpoint. The "Prediction API" then requests the best-performing model from AWS S3 cloud storage.</a:t>
            </a:r>
          </a:p>
        </p:txBody>
      </p:sp>
      <p:sp>
        <p:nvSpPr>
          <p:cNvPr id="6" name="Text Placeholder 5"/>
          <p:cNvSpPr>
            <a:spLocks noGrp="1"/>
          </p:cNvSpPr>
          <p:nvPr>
            <p:ph type="body" idx="16391"/>
            <p:custDataLst>
              <p:tags r:id="rId6"/>
            </p:custDataLst>
          </p:nvPr>
        </p:nvSpPr>
        <p:spPr/>
        <p:txBody>
          <a:bodyPr/>
          <a:lstStyle/>
          <a:p>
            <a:pPr algn="ctr">
              <a:lnSpc>
                <a:spcPct val="109000"/>
              </a:lnSpc>
            </a:pPr>
            <a:r>
              <a:rPr lang="zh-CN" altLang="en-US"/>
              <a:t>02</a:t>
            </a:r>
          </a:p>
        </p:txBody>
      </p:sp>
      <p:sp>
        <p:nvSpPr>
          <p:cNvPr id="7" name="Text Placeholder 6"/>
          <p:cNvSpPr>
            <a:spLocks noGrp="1"/>
          </p:cNvSpPr>
          <p:nvPr>
            <p:ph type="body" idx="16389"/>
            <p:custDataLst>
              <p:tags r:id="rId7"/>
            </p:custDataLst>
          </p:nvPr>
        </p:nvSpPr>
        <p:spPr/>
        <p:txBody>
          <a:bodyPr>
            <a:normAutofit/>
          </a:bodyPr>
          <a:lstStyle/>
          <a:p>
            <a:pPr algn="l">
              <a:lnSpc>
                <a:spcPct val="111000"/>
              </a:lnSpc>
            </a:pPr>
            <a:r>
              <a:rPr lang="zh-CN" altLang="en-US"/>
              <a:t>Text Preprocessing and Probability Calculation</a:t>
            </a:r>
          </a:p>
        </p:txBody>
      </p:sp>
      <p:sp>
        <p:nvSpPr>
          <p:cNvPr id="8" name="Text Placeholder 7"/>
          <p:cNvSpPr>
            <a:spLocks noGrp="1"/>
          </p:cNvSpPr>
          <p:nvPr>
            <p:ph type="body" idx="16390"/>
            <p:custDataLst>
              <p:tags r:id="rId8"/>
            </p:custDataLst>
          </p:nvPr>
        </p:nvSpPr>
        <p:spPr/>
        <p:txBody>
          <a:bodyPr>
            <a:normAutofit/>
          </a:bodyPr>
          <a:lstStyle/>
          <a:p>
            <a:pPr algn="l">
              <a:lnSpc>
                <a:spcPct val="125000"/>
              </a:lnSpc>
            </a:pPr>
            <a:r>
              <a:rPr lang="zh-CN" altLang="en-US"/>
              <a:t>Once loaded into memory, the model preprocesses the input text. The system then calculates the probability distribution for the message, determining its likelihood of being Spam or Ham.</a:t>
            </a:r>
          </a:p>
        </p:txBody>
      </p:sp>
      <p:sp>
        <p:nvSpPr>
          <p:cNvPr id="9" name="Text Placeholder 8"/>
          <p:cNvSpPr>
            <a:spLocks noGrp="1"/>
          </p:cNvSpPr>
          <p:nvPr>
            <p:ph type="body" idx="16394"/>
            <p:custDataLst>
              <p:tags r:id="rId9"/>
            </p:custDataLst>
          </p:nvPr>
        </p:nvSpPr>
        <p:spPr/>
        <p:txBody>
          <a:bodyPr/>
          <a:lstStyle/>
          <a:p>
            <a:pPr algn="ctr">
              <a:lnSpc>
                <a:spcPct val="109000"/>
              </a:lnSpc>
            </a:pPr>
            <a:r>
              <a:rPr lang="zh-CN" altLang="en-US"/>
              <a:t>03</a:t>
            </a:r>
          </a:p>
        </p:txBody>
      </p:sp>
      <p:sp>
        <p:nvSpPr>
          <p:cNvPr id="10" name="Text Placeholder 9"/>
          <p:cNvSpPr>
            <a:spLocks noGrp="1"/>
          </p:cNvSpPr>
          <p:nvPr>
            <p:ph type="body" idx="16392"/>
            <p:custDataLst>
              <p:tags r:id="rId10"/>
            </p:custDataLst>
          </p:nvPr>
        </p:nvSpPr>
        <p:spPr/>
        <p:txBody>
          <a:bodyPr>
            <a:normAutofit/>
          </a:bodyPr>
          <a:lstStyle/>
          <a:p>
            <a:pPr algn="l">
              <a:lnSpc>
                <a:spcPct val="111000"/>
              </a:lnSpc>
            </a:pPr>
            <a:r>
              <a:rPr lang="zh-CN" altLang="en-US"/>
              <a:t>Classification Result Delivery</a:t>
            </a:r>
          </a:p>
        </p:txBody>
      </p:sp>
      <p:sp>
        <p:nvSpPr>
          <p:cNvPr id="11" name="Text Placeholder 10"/>
          <p:cNvSpPr>
            <a:spLocks noGrp="1"/>
          </p:cNvSpPr>
          <p:nvPr>
            <p:ph type="body" idx="16393"/>
            <p:custDataLst>
              <p:tags r:id="rId11"/>
            </p:custDataLst>
          </p:nvPr>
        </p:nvSpPr>
        <p:spPr/>
        <p:txBody>
          <a:bodyPr>
            <a:normAutofit/>
          </a:bodyPr>
          <a:lstStyle/>
          <a:p>
            <a:pPr algn="l">
              <a:lnSpc>
                <a:spcPct val="125000"/>
              </a:lnSpc>
            </a:pPr>
            <a:r>
              <a:rPr lang="zh-CN" altLang="en-US"/>
              <a:t>Finally, the system identifies the "Class label" (Spam or Ham) and returns this classification result back to the user, completing the real-time prediction request.</a:t>
            </a:r>
          </a:p>
        </p:txBody>
      </p:sp>
    </p:spTree>
    <p:custDataLst>
      <p:tags r:id="rId1"/>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idx="16385"/>
            <p:custDataLst>
              <p:tags r:id="rId2"/>
            </p:custDataLst>
          </p:nvPr>
        </p:nvSpPr>
        <p:spPr/>
        <p:txBody>
          <a:bodyPr>
            <a:normAutofit/>
          </a:bodyPr>
          <a:lstStyle/>
          <a:p>
            <a:pPr algn="l">
              <a:lnSpc>
                <a:spcPct val="111000"/>
              </a:lnSpc>
            </a:pPr>
            <a:r>
              <a:rPr lang="zh-CN" altLang="en-US"/>
              <a:t>             Key Achievements and Future Directions</a:t>
            </a:r>
          </a:p>
        </p:txBody>
      </p:sp>
      <p:sp>
        <p:nvSpPr>
          <p:cNvPr id="3" name="装饰  1"/>
          <p:cNvSpPr>
            <a:spLocks noGrp="1"/>
          </p:cNvSpPr>
          <p:nvPr>
            <p:ph type="body" idx="16390"/>
            <p:custDataLst>
              <p:tags r:id="rId3"/>
            </p:custDataLst>
          </p:nvPr>
        </p:nvSpPr>
        <p:spPr>
          <a:xfrm>
            <a:off x="346529" y="1483179"/>
            <a:ext cx="8432800" cy="2209800"/>
          </a:xfrm>
        </p:spPr>
        <p:txBody>
          <a:bodyPr/>
          <a:lstStyle/>
          <a:p>
            <a:r>
              <a:rPr lang="zh-CN" altLang="en-US"/>
              <a:t> </a:t>
            </a:r>
          </a:p>
        </p:txBody>
      </p:sp>
      <p:sp>
        <p:nvSpPr>
          <p:cNvPr id="5" name="Text Placeholder 4"/>
          <p:cNvSpPr>
            <a:spLocks noGrp="1"/>
          </p:cNvSpPr>
          <p:nvPr>
            <p:ph type="body" idx="16386"/>
            <p:custDataLst>
              <p:tags r:id="rId4"/>
            </p:custDataLst>
          </p:nvPr>
        </p:nvSpPr>
        <p:spPr>
          <a:xfrm>
            <a:off x="528864" y="1627414"/>
            <a:ext cx="7823200" cy="406400"/>
          </a:xfrm>
        </p:spPr>
        <p:txBody>
          <a:bodyPr>
            <a:normAutofit/>
          </a:bodyPr>
          <a:lstStyle/>
          <a:p>
            <a:pPr algn="l">
              <a:lnSpc>
                <a:spcPct val="111000"/>
              </a:lnSpc>
            </a:pPr>
            <a:r>
              <a:rPr lang="zh-CN" altLang="en-US"/>
              <a:t>Successful Implementation of MLOps Pipeline</a:t>
            </a:r>
          </a:p>
        </p:txBody>
      </p:sp>
      <p:sp>
        <p:nvSpPr>
          <p:cNvPr id="6" name="Text Placeholder 5"/>
          <p:cNvSpPr>
            <a:spLocks noGrp="1"/>
          </p:cNvSpPr>
          <p:nvPr>
            <p:ph type="body" idx="16387"/>
            <p:custDataLst>
              <p:tags r:id="rId5"/>
            </p:custDataLst>
          </p:nvPr>
        </p:nvSpPr>
        <p:spPr>
          <a:xfrm>
            <a:off x="651283" y="2193471"/>
            <a:ext cx="7823200" cy="1219200"/>
          </a:xfrm>
        </p:spPr>
        <p:txBody>
          <a:bodyPr>
            <a:normAutofit/>
          </a:bodyPr>
          <a:lstStyle/>
          <a:p>
            <a:pPr algn="l">
              <a:lnSpc>
                <a:spcPct val="125000"/>
              </a:lnSpc>
            </a:pPr>
            <a:r>
              <a:rPr lang="zh-CN" altLang="en-US"/>
              <a:t>The project successfully developed and implemented an end-to-end, automated MLOps pipeline for spam-ham classification, demonstrating high predictive accuracy and adaptability through NLP techniques and supervised machine learning algorithms.</a:t>
            </a:r>
          </a:p>
        </p:txBody>
      </p:sp>
      <p:sp>
        <p:nvSpPr>
          <p:cNvPr id="7" name="装饰  5"/>
          <p:cNvSpPr>
            <a:spLocks noGrp="1"/>
          </p:cNvSpPr>
          <p:nvPr>
            <p:ph type="body" idx="16392"/>
            <p:custDataLst>
              <p:tags r:id="rId6"/>
            </p:custDataLst>
          </p:nvPr>
        </p:nvSpPr>
        <p:spPr/>
        <p:txBody>
          <a:bodyPr/>
          <a:lstStyle/>
          <a:p>
            <a:r>
              <a:rPr lang="zh-CN" altLang="en-US"/>
              <a:t> </a:t>
            </a:r>
          </a:p>
        </p:txBody>
      </p:sp>
      <p:sp>
        <p:nvSpPr>
          <p:cNvPr id="9" name="Text Placeholder 8"/>
          <p:cNvSpPr>
            <a:spLocks noGrp="1"/>
          </p:cNvSpPr>
          <p:nvPr>
            <p:ph type="body" idx="16388"/>
            <p:custDataLst>
              <p:tags r:id="rId7"/>
            </p:custDataLst>
          </p:nvPr>
        </p:nvSpPr>
        <p:spPr/>
        <p:txBody>
          <a:bodyPr>
            <a:normAutofit/>
          </a:bodyPr>
          <a:lstStyle/>
          <a:p>
            <a:pPr algn="l">
              <a:lnSpc>
                <a:spcPct val="111000"/>
              </a:lnSpc>
            </a:pPr>
            <a:r>
              <a:rPr lang="zh-CN" altLang="en-US"/>
              <a:t>Robust Model Governance and Deployment</a:t>
            </a:r>
          </a:p>
        </p:txBody>
      </p:sp>
      <p:sp>
        <p:nvSpPr>
          <p:cNvPr id="10" name="Text Placeholder 9"/>
          <p:cNvSpPr>
            <a:spLocks noGrp="1"/>
          </p:cNvSpPr>
          <p:nvPr>
            <p:ph type="body" idx="16389"/>
            <p:custDataLst>
              <p:tags r:id="rId8"/>
            </p:custDataLst>
          </p:nvPr>
        </p:nvSpPr>
        <p:spPr/>
        <p:txBody>
          <a:bodyPr>
            <a:normAutofit/>
          </a:bodyPr>
          <a:lstStyle/>
          <a:p>
            <a:pPr algn="l">
              <a:lnSpc>
                <a:spcPct val="125000"/>
              </a:lnSpc>
            </a:pPr>
            <a:r>
              <a:rPr lang="zh-CN" altLang="en-US"/>
              <a:t>Key achievements include automated data processing, schema validation, and a model evaluation component that acts as a gatekeeper, ensuring only superior models reach production. The system is deployed using Docker, AWS S3, and AWS ECR for scalability and consistent behavior.</a:t>
            </a:r>
          </a:p>
        </p:txBody>
      </p:sp>
    </p:spTree>
    <p:custDataLst>
      <p:tags r:id="rId1"/>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idx="16385"/>
            <p:custDataLst>
              <p:tags r:id="rId2"/>
            </p:custDataLst>
          </p:nvPr>
        </p:nvSpPr>
        <p:spPr/>
        <p:txBody>
          <a:bodyPr>
            <a:normAutofit/>
          </a:bodyPr>
          <a:lstStyle/>
          <a:p>
            <a:pPr algn="l">
              <a:lnSpc>
                <a:spcPct val="111000"/>
              </a:lnSpc>
            </a:pPr>
            <a:r>
              <a:rPr lang="zh-CN" altLang="en-US"/>
              <a:t>Key Achievements and Future Directions</a:t>
            </a:r>
          </a:p>
        </p:txBody>
      </p:sp>
      <p:sp>
        <p:nvSpPr>
          <p:cNvPr id="3" name="装饰  1"/>
          <p:cNvSpPr>
            <a:spLocks noGrp="1"/>
          </p:cNvSpPr>
          <p:nvPr>
            <p:ph type="body" idx="16390"/>
            <p:custDataLst>
              <p:tags r:id="rId3"/>
            </p:custDataLst>
          </p:nvPr>
        </p:nvSpPr>
        <p:spPr>
          <a:xfrm>
            <a:off x="496207" y="1483179"/>
            <a:ext cx="8432800" cy="2209800"/>
          </a:xfrm>
        </p:spPr>
        <p:txBody>
          <a:bodyPr/>
          <a:lstStyle/>
          <a:p>
            <a:r>
              <a:rPr lang="zh-CN" altLang="en-US"/>
              <a:t> </a:t>
            </a:r>
          </a:p>
        </p:txBody>
      </p:sp>
      <p:sp>
        <p:nvSpPr>
          <p:cNvPr id="5" name="Text Placeholder 4"/>
          <p:cNvSpPr>
            <a:spLocks noGrp="1"/>
          </p:cNvSpPr>
          <p:nvPr>
            <p:ph type="body" idx="16386"/>
            <p:custDataLst>
              <p:tags r:id="rId4"/>
            </p:custDataLst>
          </p:nvPr>
        </p:nvSpPr>
        <p:spPr>
          <a:xfrm>
            <a:off x="719364" y="1756229"/>
            <a:ext cx="7823200" cy="406400"/>
          </a:xfrm>
        </p:spPr>
        <p:txBody>
          <a:bodyPr>
            <a:normAutofit/>
          </a:bodyPr>
          <a:lstStyle/>
          <a:p>
            <a:pPr algn="l">
              <a:lnSpc>
                <a:spcPct val="111000"/>
              </a:lnSpc>
            </a:pPr>
            <a:r>
              <a:rPr lang="zh-CN" altLang="en-US"/>
              <a:t>Advanced Deep Learning Integration</a:t>
            </a:r>
          </a:p>
        </p:txBody>
      </p:sp>
      <p:sp>
        <p:nvSpPr>
          <p:cNvPr id="6" name="Text Placeholder 5"/>
          <p:cNvSpPr>
            <a:spLocks noGrp="1"/>
          </p:cNvSpPr>
          <p:nvPr>
            <p:ph type="body" idx="16387"/>
            <p:custDataLst>
              <p:tags r:id="rId5"/>
            </p:custDataLst>
          </p:nvPr>
        </p:nvSpPr>
        <p:spPr>
          <a:xfrm>
            <a:off x="800962" y="2396671"/>
            <a:ext cx="7823200" cy="914400"/>
          </a:xfrm>
        </p:spPr>
        <p:txBody>
          <a:bodyPr>
            <a:normAutofit/>
          </a:bodyPr>
          <a:lstStyle/>
          <a:p>
            <a:pPr algn="l">
              <a:lnSpc>
                <a:spcPct val="125000"/>
              </a:lnSpc>
            </a:pPr>
            <a:r>
              <a:rPr lang="zh-CN" altLang="en-US"/>
              <a:t>Future enhancements include upgrading the system architecture to incorporate deep learning models like LSTMs or Transformer-based architectures (e.g., BERT) to capture more complex contextual nuances in text data.</a:t>
            </a:r>
          </a:p>
        </p:txBody>
      </p:sp>
      <p:sp>
        <p:nvSpPr>
          <p:cNvPr id="7" name="装饰  5"/>
          <p:cNvSpPr>
            <a:spLocks noGrp="1"/>
          </p:cNvSpPr>
          <p:nvPr>
            <p:ph type="body" idx="16392"/>
            <p:custDataLst>
              <p:tags r:id="rId6"/>
            </p:custDataLst>
          </p:nvPr>
        </p:nvSpPr>
        <p:spPr/>
        <p:txBody>
          <a:bodyPr/>
          <a:lstStyle/>
          <a:p>
            <a:r>
              <a:rPr lang="zh-CN" altLang="en-US"/>
              <a:t> </a:t>
            </a:r>
          </a:p>
        </p:txBody>
      </p:sp>
      <p:sp>
        <p:nvSpPr>
          <p:cNvPr id="9" name="Text Placeholder 8"/>
          <p:cNvSpPr>
            <a:spLocks noGrp="1"/>
          </p:cNvSpPr>
          <p:nvPr>
            <p:ph type="body" idx="16388"/>
            <p:custDataLst>
              <p:tags r:id="rId7"/>
            </p:custDataLst>
          </p:nvPr>
        </p:nvSpPr>
        <p:spPr/>
        <p:txBody>
          <a:bodyPr>
            <a:normAutofit/>
          </a:bodyPr>
          <a:lstStyle/>
          <a:p>
            <a:pPr algn="l">
              <a:lnSpc>
                <a:spcPct val="111000"/>
              </a:lnSpc>
            </a:pPr>
            <a:r>
              <a:rPr lang="zh-CN" altLang="en-US"/>
              <a:t>Real-Time Platform Integration</a:t>
            </a:r>
          </a:p>
        </p:txBody>
      </p:sp>
      <p:sp>
        <p:nvSpPr>
          <p:cNvPr id="10" name="Text Placeholder 9"/>
          <p:cNvSpPr>
            <a:spLocks noGrp="1"/>
          </p:cNvSpPr>
          <p:nvPr>
            <p:ph type="body" idx="16389"/>
            <p:custDataLst>
              <p:tags r:id="rId8"/>
            </p:custDataLst>
          </p:nvPr>
        </p:nvSpPr>
        <p:spPr/>
        <p:txBody>
          <a:bodyPr>
            <a:normAutofit/>
          </a:bodyPr>
          <a:lstStyle/>
          <a:p>
            <a:pPr algn="l">
              <a:lnSpc>
                <a:spcPct val="125000"/>
              </a:lnSpc>
            </a:pPr>
            <a:r>
              <a:rPr lang="zh-CN" altLang="en-US"/>
              <a:t>Future work involves creating direct integrations with messaging platforms (SMS, email) using APIs like Twilio or Gmail to enable real-time filtering and quarantining of messages, enhancing immediate digital security.</a:t>
            </a:r>
          </a:p>
        </p:txBody>
      </p:sp>
    </p:spTree>
    <p:custDataLst>
      <p:tags r:id="rId1"/>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a:spLocks noGrp="1"/>
          </p:cNvSpPr>
          <p:nvPr>
            <p:ph type="ctrTitle" idx="16385"/>
            <p:custDataLst>
              <p:tags r:id="rId2"/>
            </p:custDataLst>
          </p:nvPr>
        </p:nvSpPr>
        <p:spPr>
          <a:xfrm>
            <a:off x="-1391658" y="2921000"/>
            <a:ext cx="9533265" cy="1016000"/>
          </a:xfrm>
        </p:spPr>
        <p:txBody>
          <a:bodyPr>
            <a:normAutofit fontScale="90000"/>
          </a:bodyPr>
          <a:lstStyle/>
          <a:p>
            <a:r>
              <a:rPr lang="zh-CN" altLang="en-US"/>
              <a:t>Thank</a:t>
            </a:r>
            <a:r>
              <a:rPr lang="en-US" altLang="zh-CN"/>
              <a:t>you </a:t>
            </a:r>
            <a:endParaRPr lang="zh-CN" altLang="en-US"/>
          </a:p>
        </p:txBody>
      </p:sp>
    </p:spTree>
    <p:custDataLst>
      <p:tags r:id="rId1"/>
    </p:custData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YTBiZWE2ZWRjZjk1ZmUxOTc0MTVmYTU3MjNhZWI5M2EifQ=="/>
</p:tagLst>
</file>

<file path=ppt/tags/tag2.xml><?xml version="1.0" encoding="utf-8"?>
<p:tagLst xmlns:a="http://schemas.openxmlformats.org/drawingml/2006/main" xmlns:r="http://schemas.openxmlformats.org/officeDocument/2006/relationships" xmlns:p="http://schemas.openxmlformats.org/presentationml/2006/main">
  <p:tag name="KSO_WM_AITEMPLATE_STYLE_ID" val="69796625670"/>
</p:tagLst>
</file>

<file path=ppt/tags/tag3.xml><?xml version="1.0" encoding="utf-8"?>
<p:tagLst xmlns:a="http://schemas.openxmlformats.org/drawingml/2006/main" xmlns:r="http://schemas.openxmlformats.org/officeDocument/2006/relationships" xmlns:p="http://schemas.openxmlformats.org/presentationml/2006/main">
  <p:tag name="KSO_WM_UNIT_ID" val="_0**"/>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1006"/>
</p:tagLst>
</file>

<file path=ppt/tags/tag4.xml><?xml version="1.0" encoding="utf-8"?>
<p:tagLst xmlns:a="http://schemas.openxmlformats.org/drawingml/2006/main" xmlns:r="http://schemas.openxmlformats.org/officeDocument/2006/relationships" xmlns:p="http://schemas.openxmlformats.org/presentationml/2006/main">
  <p:tag name="KSO_WM_UNIT_ID" val="_0**"/>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1006"/>
</p:tagLst>
</file>

<file path=ppt/tags/tag5.xml><?xml version="1.0" encoding="utf-8"?>
<p:tagLst xmlns:a="http://schemas.openxmlformats.org/drawingml/2006/main" xmlns:r="http://schemas.openxmlformats.org/officeDocument/2006/relationships" xmlns:p="http://schemas.openxmlformats.org/presentationml/2006/main">
  <p:tag name="KSO_WM_UNIT_ID" val="_0**"/>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1006"/>
</p:tagLst>
</file>

<file path=ppt/tags/tag6.xml><?xml version="1.0" encoding="utf-8"?>
<p:tagLst xmlns:a="http://schemas.openxmlformats.org/drawingml/2006/main" xmlns:r="http://schemas.openxmlformats.org/officeDocument/2006/relationships" xmlns:p="http://schemas.openxmlformats.org/presentationml/2006/main">
  <p:tag name="KSO_WM_UNIT_TYPE" val="f"/>
  <p:tag name="KSO_WM_UNIT_INDEX" val="1"/>
  <p:tag name="KSO_WM_UNIT_ID" val="_0*f*1"/>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1006"/>
</p:tagLst>
</file>

<file path=ppt/tags/tag7.xml><?xml version="1.0" encoding="utf-8"?>
<p:tagLst xmlns:a="http://schemas.openxmlformats.org/drawingml/2006/main" xmlns:r="http://schemas.openxmlformats.org/officeDocument/2006/relationships" xmlns:p="http://schemas.openxmlformats.org/presentationml/2006/main">
  <p:tag name="KSO_WM_UNIT_TYPE" val="a"/>
  <p:tag name="KSO_WM_UNIT_INDEX" val="1"/>
  <p:tag name="KSO_WM_UNIT_ID" val="_0*a*1"/>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1006"/>
</p:tagLst>
</file>

<file path=ppt/tags/tag8.xml><?xml version="1.0" encoding="utf-8"?>
<p:tagLst xmlns:a="http://schemas.openxmlformats.org/drawingml/2006/main" xmlns:r="http://schemas.openxmlformats.org/officeDocument/2006/relationships" xmlns:p="http://schemas.openxmlformats.org/presentationml/2006/main">
  <p:tag name="KSO_WM_TEMPLATE_SUBCATEGORY" val="29"/>
  <p:tag name="KSO_WM_BEAUTIFY_FLAG" val="#wm#"/>
  <p:tag name="KSO_WM_TEMPLATE_SLIDE_ID" val="slide_4b787e1769c53a6b"/>
  <p:tag name="KSO_WM_TEMPLATE_THUMBS_INDEX" val="1、9"/>
  <p:tag name="KSO_WM_TEMPLATE_INDEX" val="40481006"/>
  <p:tag name="KSO_WM_TEMPLATE_CATEGORY" val="custom"/>
  <p:tag name="KSO_WM_TEMPLATE_MASTER_TYPE" val="0"/>
  <p:tag name="KSO_WM_TAG_VERSION" val="3.0"/>
</p:tagLst>
</file>

<file path=ppt/tags/tag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VALUE" val="20"/>
  <p:tag name="KSO_WM_UNIT_TYPE" val="a"/>
  <p:tag name="KSO_WM_UNIT_INDEX" val="1"/>
  <p:tag name="KSO_WM_TEMPLATE_INDEX" val="40481006"/>
  <p:tag name="KSO_WM_TEMPLATE_CATEGORY" val="custom"/>
</p:tagLst>
</file>

<file path=ppt/tags/tag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f*1"/>
  <p:tag name="KSO_WM_UNIT_LAYERLEVEL" val="1"/>
  <p:tag name="KSO_WM_TAG_VERSION" val="3.0"/>
  <p:tag name="KSO_WM_BEAUTIFY_FLAG" val="#wm#"/>
  <p:tag name="KSO_WM_UNIT_SUBTYPE" val="a"/>
  <p:tag name="KSO_WM_UNIT_PRESET_TEXT" val="单击此处编辑母版文本样式&#10;二级&#10;三级&#10;四级&#10;五级"/>
  <p:tag name="KSO_WM_UNIT_NOCLEAR" val="0"/>
  <p:tag name="KSO_WM_UNIT_VALUE" val="330"/>
  <p:tag name="KSO_WM_UNIT_TYPE" val="f"/>
  <p:tag name="KSO_WM_UNIT_INDEX" val="1"/>
  <p:tag name="KSO_WM_UNIT_ISNUMDGMTITLE" val="0"/>
  <p:tag name="KSO_WM_TEMPLATE_INDEX" val="40481006"/>
  <p:tag name="KSO_WM_TEMPLATE_CATEGORY" val="custom"/>
</p:tagLst>
</file>

<file path=ppt/tags/tag11.xml><?xml version="1.0" encoding="utf-8"?>
<p:tagLst xmlns:a="http://schemas.openxmlformats.org/drawingml/2006/main" xmlns:r="http://schemas.openxmlformats.org/officeDocument/2006/relationships"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1006"/>
  <p:tag name="KSO_WM_TEMPLATE_CATEGORY" val="custom"/>
</p:tagLst>
</file>

<file path=ppt/tags/tag12.xml><?xml version="1.0" encoding="utf-8"?>
<p:tagLst xmlns:a="http://schemas.openxmlformats.org/drawingml/2006/main" xmlns:r="http://schemas.openxmlformats.org/officeDocument/2006/relationships"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1006"/>
  <p:tag name="KSO_WM_TEMPLATE_CATEGORY" val="custom"/>
</p:tagLst>
</file>

<file path=ppt/tags/tag13.xml><?xml version="1.0" encoding="utf-8"?>
<p:tagLst xmlns:a="http://schemas.openxmlformats.org/drawingml/2006/main" xmlns:r="http://schemas.openxmlformats.org/officeDocument/2006/relationships"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1006"/>
  <p:tag name="KSO_WM_TEMPLATE_CATEGORY" val="custom"/>
</p:tagLst>
</file>

<file path=ppt/tags/tag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a*1"/>
  <p:tag name="KSO_WM_UNIT_LAYERLEVEL" val="1"/>
  <p:tag name="KSO_WM_TAG_VERSION" val="3.0"/>
  <p:tag name="KSO_WM_BEAUTIFY_FLAG" val="#wm#"/>
  <p:tag name="KSO_WM_UNIT_ISCONTENTSTITLE" val="1"/>
  <p:tag name="KSO_WM_UNIT_ISNUMDGMTITLE" val="0"/>
  <p:tag name="KSO_WM_UNIT_PRESET_TEXT" val="标题"/>
  <p:tag name="KSO_WM_UNIT_NOCLEAR" val="0"/>
  <p:tag name="KSO_WM_UNIT_VALUE" val="3"/>
  <p:tag name="KSO_WM_UNIT_TYPE" val="a"/>
  <p:tag name="KSO_WM_UNIT_INDEX" val="1"/>
  <p:tag name="KSO_WM_TEMPLATE_CATEGORY" val="custom"/>
  <p:tag name="KSO_WM_TEMPLATE_USER_THEME" val="1"/>
  <p:tag name="KSO_WM_TEMPLATE_INDEX" val="40481006"/>
</p:tagLst>
</file>

<file path=ppt/tags/tag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 name="KSO_WM_TEMPLATE_CATEGORY" val="custom"/>
  <p:tag name="KSO_WM_TEMPLATE_USER_THEME" val="1"/>
  <p:tag name="KSO_WM_UNIT_ISNUMDGMTITLE" val="0"/>
  <p:tag name="KSO_WM_UNIT_NOCLEAR" val="0"/>
  <p:tag name="KSO_WM_TEMPLATE_INDEX" val="40481006"/>
</p:tagLst>
</file>

<file path=ppt/tags/tag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 name="KSO_WM_TEMPLATE_CATEGORY" val="custom"/>
  <p:tag name="KSO_WM_TEMPLATE_USER_THEME" val="1"/>
  <p:tag name="KSO_WM_UNIT_ISNUMDGMTITLE" val="0"/>
  <p:tag name="KSO_WM_UNIT_NOCLEAR" val="0"/>
  <p:tag name="KSO_WM_TEMPLATE_INDEX" val="40481006"/>
</p:tagLst>
</file>

<file path=ppt/tags/tag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 name="KSO_WM_TEMPLATE_CATEGORY" val="custom"/>
  <p:tag name="KSO_WM_TEMPLATE_USER_THEME" val="1"/>
  <p:tag name="KSO_WM_UNIT_ISNUMDGMTITLE" val="0"/>
  <p:tag name="KSO_WM_UNIT_NOCLEAR" val="0"/>
  <p:tag name="KSO_WM_TEMPLATE_INDEX" val="40481006"/>
</p:tagLst>
</file>

<file path=ppt/tags/tag18.xml><?xml version="1.0" encoding="utf-8"?>
<p:tagLst xmlns:a="http://schemas.openxmlformats.org/drawingml/2006/main" xmlns:r="http://schemas.openxmlformats.org/officeDocument/2006/relationships" xmlns:p="http://schemas.openxmlformats.org/presentationml/2006/main">
  <p:tag name="KSO_WM_UNIT_TYPE" val="f"/>
  <p:tag name="KSO_WM_UNIT_INDEX" val="1"/>
  <p:tag name="KSO_WM_UNIT_ID" val="_3*f*1"/>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1006"/>
</p:tagLst>
</file>

<file path=ppt/tags/tag19.xml><?xml version="1.0" encoding="utf-8"?>
<p:tagLst xmlns:a="http://schemas.openxmlformats.org/drawingml/2006/main" xmlns:r="http://schemas.openxmlformats.org/officeDocument/2006/relationships" xmlns:p="http://schemas.openxmlformats.org/presentationml/2006/main">
  <p:tag name="KSO_WM_UNIT_TYPE" val="f"/>
  <p:tag name="KSO_WM_UNIT_INDEX" val="2"/>
  <p:tag name="KSO_WM_UNIT_ID" val="_3*f*2"/>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1006"/>
</p:tagLst>
</file>

<file path=ppt/tags/tag20.xml><?xml version="1.0" encoding="utf-8"?>
<p:tagLst xmlns:a="http://schemas.openxmlformats.org/drawingml/2006/main" xmlns:r="http://schemas.openxmlformats.org/officeDocument/2006/relationships" xmlns:p="http://schemas.openxmlformats.org/presentationml/2006/main">
  <p:tag name="KSO_WM_UNIT_ID" val="_3**"/>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1006"/>
</p:tagLst>
</file>

<file path=ppt/tags/tag21.xml><?xml version="1.0" encoding="utf-8"?>
<p:tagLst xmlns:a="http://schemas.openxmlformats.org/drawingml/2006/main" xmlns:r="http://schemas.openxmlformats.org/officeDocument/2006/relationships" xmlns:p="http://schemas.openxmlformats.org/presentationml/2006/main">
  <p:tag name="KSO_WM_UNIT_ID" val="_3**"/>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1006"/>
</p:tagLst>
</file>

<file path=ppt/tags/tag22.xml><?xml version="1.0" encoding="utf-8"?>
<p:tagLst xmlns:a="http://schemas.openxmlformats.org/drawingml/2006/main" xmlns:r="http://schemas.openxmlformats.org/officeDocument/2006/relationships" xmlns:p="http://schemas.openxmlformats.org/presentationml/2006/main">
  <p:tag name="KSO_WM_UNIT_ID" val="_3**"/>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1006"/>
</p:tagLst>
</file>

<file path=ppt/tags/tag23.xml><?xml version="1.0" encoding="utf-8"?>
<p:tagLst xmlns:a="http://schemas.openxmlformats.org/drawingml/2006/main" xmlns:r="http://schemas.openxmlformats.org/officeDocument/2006/relationships" xmlns:p="http://schemas.openxmlformats.org/presentationml/2006/main">
  <p:tag name="KSO_WM_UNIT_TYPE" val="a"/>
  <p:tag name="KSO_WM_UNIT_INDEX" val="1"/>
  <p:tag name="KSO_WM_UNIT_ID" val="_3*a*1"/>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1006"/>
</p:tagLst>
</file>

<file path=ppt/tags/tag24.xml><?xml version="1.0" encoding="utf-8"?>
<p:tagLst xmlns:a="http://schemas.openxmlformats.org/drawingml/2006/main" xmlns:r="http://schemas.openxmlformats.org/officeDocument/2006/relationships" xmlns:p="http://schemas.openxmlformats.org/presentationml/2006/main">
  <p:tag name="KSO_WM_UNIT_TYPE" val="f"/>
  <p:tag name="KSO_WM_UNIT_INDEX" val="1"/>
  <p:tag name="KSO_WM_UNIT_ID" val="_4*f*1"/>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1006"/>
</p:tagLst>
</file>

<file path=ppt/tags/tag25.xml><?xml version="1.0" encoding="utf-8"?>
<p:tagLst xmlns:a="http://schemas.openxmlformats.org/drawingml/2006/main" xmlns:r="http://schemas.openxmlformats.org/officeDocument/2006/relationships" xmlns:p="http://schemas.openxmlformats.org/presentationml/2006/main">
  <p:tag name="KSO_WM_UNIT_TYPE" val="f"/>
  <p:tag name="KSO_WM_UNIT_INDEX" val="2"/>
  <p:tag name="KSO_WM_UNIT_ID" val="_4*f*2"/>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1006"/>
</p:tagLst>
</file>

<file path=ppt/tags/tag26.xml><?xml version="1.0" encoding="utf-8"?>
<p:tagLst xmlns:a="http://schemas.openxmlformats.org/drawingml/2006/main" xmlns:r="http://schemas.openxmlformats.org/officeDocument/2006/relationships" xmlns:p="http://schemas.openxmlformats.org/presentationml/2006/main">
  <p:tag name="KSO_WM_UNIT_TYPE" val="f"/>
  <p:tag name="KSO_WM_UNIT_INDEX" val="3"/>
  <p:tag name="KSO_WM_UNIT_ID" val="_4*f*3"/>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1006"/>
</p:tagLst>
</file>

<file path=ppt/tags/tag27.xml><?xml version="1.0" encoding="utf-8"?>
<p:tagLst xmlns:a="http://schemas.openxmlformats.org/drawingml/2006/main" xmlns:r="http://schemas.openxmlformats.org/officeDocument/2006/relationships" xmlns:p="http://schemas.openxmlformats.org/presentationml/2006/main">
  <p:tag name="KSO_WM_UNIT_TYPE" val="f"/>
  <p:tag name="KSO_WM_UNIT_INDEX" val="4"/>
  <p:tag name="KSO_WM_UNIT_ID" val="_4*f*4"/>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1006"/>
</p:tagLst>
</file>

<file path=ppt/tags/tag28.xml><?xml version="1.0" encoding="utf-8"?>
<p:tagLst xmlns:a="http://schemas.openxmlformats.org/drawingml/2006/main" xmlns:r="http://schemas.openxmlformats.org/officeDocument/2006/relationships" xmlns:p="http://schemas.openxmlformats.org/presentationml/2006/main">
  <p:tag name="KSO_WM_UNIT_ID" val="_4**"/>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1006"/>
</p:tagLst>
</file>

<file path=ppt/tags/tag29.xml><?xml version="1.0" encoding="utf-8"?>
<p:tagLst xmlns:a="http://schemas.openxmlformats.org/drawingml/2006/main" xmlns:r="http://schemas.openxmlformats.org/officeDocument/2006/relationships" xmlns:p="http://schemas.openxmlformats.org/presentationml/2006/main">
  <p:tag name="KSO_WM_UNIT_ID" val="_4**"/>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1006"/>
</p:tagLst>
</file>

<file path=ppt/tags/tag30.xml><?xml version="1.0" encoding="utf-8"?>
<p:tagLst xmlns:a="http://schemas.openxmlformats.org/drawingml/2006/main" xmlns:r="http://schemas.openxmlformats.org/officeDocument/2006/relationships" xmlns:p="http://schemas.openxmlformats.org/presentationml/2006/main">
  <p:tag name="KSO_WM_UNIT_ID" val="_4**"/>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1006"/>
</p:tagLst>
</file>

<file path=ppt/tags/tag31.xml><?xml version="1.0" encoding="utf-8"?>
<p:tagLst xmlns:a="http://schemas.openxmlformats.org/drawingml/2006/main" xmlns:r="http://schemas.openxmlformats.org/officeDocument/2006/relationships" xmlns:p="http://schemas.openxmlformats.org/presentationml/2006/main">
  <p:tag name="KSO_WM_UNIT_TYPE" val="a"/>
  <p:tag name="KSO_WM_UNIT_INDEX" val="1"/>
  <p:tag name="KSO_WM_UNIT_ID" val="_4*a*1"/>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1006"/>
</p:tagLst>
</file>

<file path=ppt/tags/tag32.xml><?xml version="1.0" encoding="utf-8"?>
<p:tagLst xmlns:a="http://schemas.openxmlformats.org/drawingml/2006/main" xmlns:r="http://schemas.openxmlformats.org/officeDocument/2006/relationships" xmlns:p="http://schemas.openxmlformats.org/presentationml/2006/main">
  <p:tag name="KSO_WM_UNIT_ID" val="_5**"/>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1006"/>
</p:tagLst>
</file>

<file path=ppt/tags/tag33.xml><?xml version="1.0" encoding="utf-8"?>
<p:tagLst xmlns:a="http://schemas.openxmlformats.org/drawingml/2006/main" xmlns:r="http://schemas.openxmlformats.org/officeDocument/2006/relationships" xmlns:p="http://schemas.openxmlformats.org/presentationml/2006/main">
  <p:tag name="KSO_WM_UNIT_ID" val="_5**"/>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1006"/>
</p:tagLst>
</file>

<file path=ppt/tags/tag34.xml><?xml version="1.0" encoding="utf-8"?>
<p:tagLst xmlns:a="http://schemas.openxmlformats.org/drawingml/2006/main" xmlns:r="http://schemas.openxmlformats.org/officeDocument/2006/relationships" xmlns:p="http://schemas.openxmlformats.org/presentationml/2006/main">
  <p:tag name="KSO_WM_UNIT_ID" val="_5**"/>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1006"/>
</p:tagLst>
</file>

<file path=ppt/tags/tag35.xml><?xml version="1.0" encoding="utf-8"?>
<p:tagLst xmlns:a="http://schemas.openxmlformats.org/drawingml/2006/main" xmlns:r="http://schemas.openxmlformats.org/officeDocument/2006/relationships" xmlns:p="http://schemas.openxmlformats.org/presentationml/2006/main">
  <p:tag name="KSO_WM_UNIT_TYPE" val="a"/>
  <p:tag name="KSO_WM_UNIT_INDEX" val="1"/>
  <p:tag name="KSO_WM_UNIT_ID" val="_5*a*1"/>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1006"/>
</p:tagLst>
</file>

<file path=ppt/tags/tag36.xml><?xml version="1.0" encoding="utf-8"?>
<p:tagLst xmlns:a="http://schemas.openxmlformats.org/drawingml/2006/main" xmlns:r="http://schemas.openxmlformats.org/officeDocument/2006/relationships" xmlns:p="http://schemas.openxmlformats.org/presentationml/2006/main">
  <p:tag name="KSO_WM_UNIT_ID" val="_6**"/>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1006"/>
</p:tagLst>
</file>

<file path=ppt/tags/tag37.xml><?xml version="1.0" encoding="utf-8"?>
<p:tagLst xmlns:a="http://schemas.openxmlformats.org/drawingml/2006/main" xmlns:r="http://schemas.openxmlformats.org/officeDocument/2006/relationships" xmlns:p="http://schemas.openxmlformats.org/presentationml/2006/main">
  <p:tag name="KSO_WM_UNIT_ID" val="_6**"/>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1006"/>
</p:tagLst>
</file>

<file path=ppt/tags/tag38.xml><?xml version="1.0" encoding="utf-8"?>
<p:tagLst xmlns:a="http://schemas.openxmlformats.org/drawingml/2006/main" xmlns:r="http://schemas.openxmlformats.org/officeDocument/2006/relationships" xmlns:p="http://schemas.openxmlformats.org/presentationml/2006/main">
  <p:tag name="KSO_WM_UNIT_ID" val="_6**"/>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1006"/>
</p:tagLst>
</file>

<file path=ppt/tags/tag39.xml><?xml version="1.0" encoding="utf-8"?>
<p:tagLst xmlns:a="http://schemas.openxmlformats.org/drawingml/2006/main" xmlns:r="http://schemas.openxmlformats.org/officeDocument/2006/relationships" xmlns:p="http://schemas.openxmlformats.org/presentationml/2006/main">
  <p:tag name="KSO_WM_UNIT_TYPE" val="f"/>
  <p:tag name="KSO_WM_UNIT_INDEX" val="1"/>
  <p:tag name="KSO_WM_UNIT_ID" val="_7*f*1"/>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1006"/>
</p:tagLst>
</file>

<file path=ppt/tags/tag40.xml><?xml version="1.0" encoding="utf-8"?>
<p:tagLst xmlns:a="http://schemas.openxmlformats.org/drawingml/2006/main" xmlns:r="http://schemas.openxmlformats.org/officeDocument/2006/relationships" xmlns:p="http://schemas.openxmlformats.org/presentationml/2006/main">
  <p:tag name="KSO_WM_UNIT_ID" val="_7**"/>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1006"/>
</p:tagLst>
</file>

<file path=ppt/tags/tag41.xml><?xml version="1.0" encoding="utf-8"?>
<p:tagLst xmlns:a="http://schemas.openxmlformats.org/drawingml/2006/main" xmlns:r="http://schemas.openxmlformats.org/officeDocument/2006/relationships" xmlns:p="http://schemas.openxmlformats.org/presentationml/2006/main">
  <p:tag name="KSO_WM_UNIT_ID" val="_7**"/>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1006"/>
</p:tagLst>
</file>

<file path=ppt/tags/tag42.xml><?xml version="1.0" encoding="utf-8"?>
<p:tagLst xmlns:a="http://schemas.openxmlformats.org/drawingml/2006/main" xmlns:r="http://schemas.openxmlformats.org/officeDocument/2006/relationships" xmlns:p="http://schemas.openxmlformats.org/presentationml/2006/main">
  <p:tag name="KSO_WM_UNIT_ID" val="_7**"/>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1006"/>
</p:tagLst>
</file>

<file path=ppt/tags/tag43.xml><?xml version="1.0" encoding="utf-8"?>
<p:tagLst xmlns:a="http://schemas.openxmlformats.org/drawingml/2006/main" xmlns:r="http://schemas.openxmlformats.org/officeDocument/2006/relationships" xmlns:p="http://schemas.openxmlformats.org/presentationml/2006/main">
  <p:tag name="KSO_WM_UNIT_ID" val="_8**"/>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1006"/>
</p:tagLst>
</file>

<file path=ppt/tags/tag44.xml><?xml version="1.0" encoding="utf-8"?>
<p:tagLst xmlns:a="http://schemas.openxmlformats.org/drawingml/2006/main" xmlns:r="http://schemas.openxmlformats.org/officeDocument/2006/relationships" xmlns:p="http://schemas.openxmlformats.org/presentationml/2006/main">
  <p:tag name="KSO_WM_UNIT_ID" val="_8**"/>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1006"/>
</p:tagLst>
</file>

<file path=ppt/tags/tag45.xml><?xml version="1.0" encoding="utf-8"?>
<p:tagLst xmlns:a="http://schemas.openxmlformats.org/drawingml/2006/main" xmlns:r="http://schemas.openxmlformats.org/officeDocument/2006/relationships" xmlns:p="http://schemas.openxmlformats.org/presentationml/2006/main">
  <p:tag name="KSO_WM_UNIT_ID" val="_8**"/>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1006"/>
</p:tagLst>
</file>

<file path=ppt/tags/tag46.xml><?xml version="1.0" encoding="utf-8"?>
<p:tagLst xmlns:a="http://schemas.openxmlformats.org/drawingml/2006/main" xmlns:r="http://schemas.openxmlformats.org/officeDocument/2006/relationships" xmlns:p="http://schemas.openxmlformats.org/presentationml/2006/main">
  <p:tag name="KSO_WM_UNIT_TYPE" val="f"/>
  <p:tag name="KSO_WM_UNIT_INDEX" val="1"/>
  <p:tag name="KSO_WM_UNIT_ID" val="_8*f*1"/>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1006"/>
</p:tagLst>
</file>

<file path=ppt/tags/tag47.xml><?xml version="1.0" encoding="utf-8"?>
<p:tagLst xmlns:a="http://schemas.openxmlformats.org/drawingml/2006/main" xmlns:r="http://schemas.openxmlformats.org/officeDocument/2006/relationships" xmlns:p="http://schemas.openxmlformats.org/presentationml/2006/main">
  <p:tag name="KSO_WM_UNIT_TYPE" val="a"/>
  <p:tag name="KSO_WM_UNIT_INDEX" val="1"/>
  <p:tag name="KSO_WM_UNIT_ID" val="_8*a*1"/>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1006"/>
</p:tagLst>
</file>

<file path=ppt/tags/tag48.xml><?xml version="1.0" encoding="utf-8"?>
<p:tagLst xmlns:a="http://schemas.openxmlformats.org/drawingml/2006/main" xmlns:r="http://schemas.openxmlformats.org/officeDocument/2006/relationships" xmlns:p="http://schemas.openxmlformats.org/presentationml/2006/main">
  <p:tag name="KSO_WM_UNIT_TYPE" val="i"/>
  <p:tag name="KSO_WM_UNIT_INDEX" val="1"/>
  <p:tag name="KSO_WM_BEAUTIFY_FLAG" val="#wm#"/>
  <p:tag name="KSO_WM_TAG_VERSION" val="3.0"/>
  <p:tag name="LAYOUTZORDER" val="2"/>
  <p:tag name="KSO_WM_UNIT_ID" val="_9*i*1"/>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1006"/>
</p:tagLst>
</file>

<file path=ppt/tags/tag49.xml><?xml version="1.0" encoding="utf-8"?>
<p:tagLst xmlns:a="http://schemas.openxmlformats.org/drawingml/2006/main" xmlns:r="http://schemas.openxmlformats.org/officeDocument/2006/relationships" xmlns:p="http://schemas.openxmlformats.org/presentationml/2006/main">
  <p:tag name="KSO_WM_UNIT_TYPE" val="i"/>
  <p:tag name="KSO_WM_UNIT_INDEX" val="2"/>
  <p:tag name="KSO_WM_BEAUTIFY_FLAG" val="#wm#"/>
  <p:tag name="KSO_WM_TAG_VERSION" val="3.0"/>
  <p:tag name="LAYOUTZORDER" val="3"/>
  <p:tag name="KSO_WM_UNIT_ID" val="_9*i*2"/>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1006"/>
</p:tagLst>
</file>

<file path=ppt/tags/tag50.xml><?xml version="1.0" encoding="utf-8"?>
<p:tagLst xmlns:a="http://schemas.openxmlformats.org/drawingml/2006/main" xmlns:r="http://schemas.openxmlformats.org/officeDocument/2006/relationships" xmlns:p="http://schemas.openxmlformats.org/presentationml/2006/main">
  <p:tag name="KSO_WM_UNIT_ISCONTENTSTITLE" val="0"/>
  <p:tag name="KSO_WM_BEAUTIFY_FLAG" val="#wm#"/>
  <p:tag name="KSO_WM_FIGMA_FLAG" val="#fgm#"/>
  <p:tag name="KSO_WM_UNIT_INDEX" val="1"/>
  <p:tag name="KSO_WM_UNIT_SUBTYPE" val="c"/>
  <p:tag name="KSO_WM_UNIT_TEXT_TYPE" val="1"/>
  <p:tag name="KSO_WM_UNIT_TYPE" val="f"/>
  <p:tag name="KSO_WM_UNIT_ID" val="_9*f*1"/>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1006"/>
  <p:tag name="KSO_WM_TEMPLATE_CATEGORY" val="custom"/>
</p:tagLst>
</file>

<file path=ppt/tags/tag51.xml><?xml version="1.0" encoding="utf-8"?>
<p:tagLst xmlns:a="http://schemas.openxmlformats.org/drawingml/2006/main" xmlns:r="http://schemas.openxmlformats.org/officeDocument/2006/relationships" xmlns:p="http://schemas.openxmlformats.org/presentationml/2006/main">
  <p:tag name="KSO_WM_UNIT_ISCONTENTSTITLE" val="0"/>
  <p:tag name="KSO_WM_BEAUTIFY_FLAG" val="#wm#"/>
  <p:tag name="KSO_WM_FIGMA_FLAG" val="#fgm#"/>
  <p:tag name="KSO_WM_UNIT_INDEX" val="1"/>
  <p:tag name="KSO_WM_UNIT_TEXT_TYPE" val="1"/>
  <p:tag name="KSO_WM_UNIT_TYPE" val="a"/>
  <p:tag name="KSO_WM_LAYOUT_CHECK_HASH" val="4829b9ca28cc83591007c5fd97282a0832ef3b71"/>
  <p:tag name="KSO_WM_NEWLAYOUT_ID" val="5764"/>
  <p:tag name="KSO_WM_UNIT_ID" val="_9*a*1"/>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1006"/>
  <p:tag name="KSO_WM_TEMPLATE_CATEGORY" val="custom"/>
</p:tagLst>
</file>

<file path=ppt/tags/tag52.xml><?xml version="1.0" encoding="utf-8"?>
<p:tagLst xmlns:a="http://schemas.openxmlformats.org/drawingml/2006/main" xmlns:r="http://schemas.openxmlformats.org/officeDocument/2006/relationships" xmlns:p="http://schemas.openxmlformats.org/presentationml/2006/main">
  <p:tag name="KSO_WM_UNIT_HIGHLIGHT" val="0"/>
  <p:tag name="KSO_WM_BEAUTIFY_FLAG" val="#wm#"/>
  <p:tag name="KSO_WM_FIGMA_FLAG" val="#fgm#"/>
  <p:tag name="KSO_WM_UNIT_INDEX" val="2"/>
  <p:tag name="KSO_WM_UNIT_SUBTYPE" val="b"/>
  <p:tag name="KSO_WM_UNIT_TEXT_TYPE" val="1"/>
  <p:tag name="KSO_WM_UNIT_TYPE" val="f"/>
  <p:tag name="KSO_WM_UNIT_ID" val="_9*f*2"/>
  <p:tag name="KSO_WM_TAG_VERSION" val="3.0"/>
  <p:tag name="KSO_WM_UNIT_ISNUMDGMTITLE" val="0"/>
  <p:tag name="KSO_WM_UNIT_NOCLEAR" val="0"/>
  <p:tag name="KSO_WM_UNIT_COMPATIBLE" val="0"/>
  <p:tag name="KSO_WM_UNIT_DIAGRAM_ISNUMVISUAL" val="0"/>
  <p:tag name="KSO_WM_UNIT_DIAGRAM_ISREFERUNIT" val="0"/>
  <p:tag name="KSO_WM_UNIT_LAYERLEVEL" val="1"/>
  <p:tag name="KSO_WM_TEMPLATE_INDEX" val="40481006"/>
  <p:tag name="KSO_WM_TEMPLATE_CATEGORY" val="custom"/>
</p:tagLst>
</file>

<file path=ppt/tags/tag53.xml><?xml version="1.0" encoding="utf-8"?>
<p:tagLst xmlns:a="http://schemas.openxmlformats.org/drawingml/2006/main" xmlns:r="http://schemas.openxmlformats.org/officeDocument/2006/relationships" xmlns:p="http://schemas.openxmlformats.org/presentationml/2006/main">
  <p:tag name="KSO_WM_UNIT_TYPE" val="i"/>
  <p:tag name="KSO_WM_UNIT_INDEX" val="1"/>
  <p:tag name="KSO_WM_BEAUTIFY_FLAG" val="#wm#"/>
  <p:tag name="KSO_WM_TAG_VERSION" val="3.0"/>
  <p:tag name="LAYOUTZORDER" val="2"/>
  <p:tag name="KSO_WM_UNIT_ID" val="_10*i*1"/>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1006"/>
</p:tagLst>
</file>

<file path=ppt/tags/tag54.xml><?xml version="1.0" encoding="utf-8"?>
<p:tagLst xmlns:a="http://schemas.openxmlformats.org/drawingml/2006/main" xmlns:r="http://schemas.openxmlformats.org/officeDocument/2006/relationships" xmlns:p="http://schemas.openxmlformats.org/presentationml/2006/main">
  <p:tag name="KSO_WM_UNIT_TYPE" val="i"/>
  <p:tag name="KSO_WM_UNIT_INDEX" val="2"/>
  <p:tag name="KSO_WM_BEAUTIFY_FLAG" val="#wm#"/>
  <p:tag name="KSO_WM_TAG_VERSION" val="3.0"/>
  <p:tag name="LAYOUTZORDER" val="3"/>
  <p:tag name="KSO_WM_UNIT_ID" val="_10*i*2"/>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1006"/>
</p:tagLst>
</file>

<file path=ppt/tags/tag55.xml><?xml version="1.0" encoding="utf-8"?>
<p:tagLst xmlns:a="http://schemas.openxmlformats.org/drawingml/2006/main" xmlns:r="http://schemas.openxmlformats.org/officeDocument/2006/relationships" xmlns:p="http://schemas.openxmlformats.org/presentationml/2006/main">
  <p:tag name="KSO_WM_UNIT_HIGHLIGHT" val="0"/>
  <p:tag name="KSO_WM_BEAUTIFY_FLAG" val="#wm#"/>
  <p:tag name="KSO_WM_FIGMA_FLAG" val="#fgm#"/>
  <p:tag name="KSO_WM_UNIT_INDEX" val="1"/>
  <p:tag name="KSO_WM_UNIT_TEXT_TYPE" val="1"/>
  <p:tag name="KSO_WM_UNIT_TYPE" val="a"/>
  <p:tag name="KSO_WM_LAYOUT_CHECK_HASH" val="10dfd2f497aff8aa363b2a49f57ddc107b6555c9"/>
  <p:tag name="KSO_WM_NEWLAYOUT_ID" val="5770"/>
  <p:tag name="KSO_WM_UNIT_ID" val="_10*a*1"/>
  <p:tag name="KSO_WM_TAG_VERSION" val="3.0"/>
  <p:tag name="KSO_WM_UNIT_ISNUMDGMTITLE" val="0"/>
  <p:tag name="KSO_WM_UNIT_NOCLEAR" val="0"/>
  <p:tag name="KSO_WM_UNIT_COMPATIBLE" val="0"/>
  <p:tag name="KSO_WM_UNIT_DIAGRAM_ISNUMVISUAL" val="0"/>
  <p:tag name="KSO_WM_UNIT_DIAGRAM_ISREFERUNIT" val="0"/>
  <p:tag name="KSO_WM_UNIT_LAYERLEVEL" val="1"/>
  <p:tag name="KSO_WM_TEMPLATE_INDEX" val="40481006"/>
  <p:tag name="KSO_WM_TEMPLATE_CATEGORY" val="custom"/>
</p:tagLst>
</file>

<file path=ppt/tags/tag56.xml><?xml version="1.0" encoding="utf-8"?>
<p:tagLst xmlns:a="http://schemas.openxmlformats.org/drawingml/2006/main" xmlns:r="http://schemas.openxmlformats.org/officeDocument/2006/relationships" xmlns:p="http://schemas.openxmlformats.org/presentationml/2006/main">
  <p:tag name="KSO_WM_UNIT_HIGHLIGHT" val="0"/>
  <p:tag name="KSO_WM_BEAUTIFY_FLAG" val="#wm#"/>
  <p:tag name="KSO_WM_FIGMA_FLAG" val="#fgm#"/>
  <p:tag name="KSO_WM_UNIT_INDEX" val="1"/>
  <p:tag name="KSO_WM_UNIT_TYPE" val="e"/>
  <p:tag name="KSO_WM_UNIT_ID" val="_10*e*1"/>
  <p:tag name="KSO_WM_TAG_VERSION" val="3.0"/>
  <p:tag name="KSO_WM_UNIT_ISNUMDGMTITLE" val="0"/>
  <p:tag name="KSO_WM_UNIT_NOCLEAR" val="0"/>
  <p:tag name="KSO_WM_UNIT_COMPATIBLE" val="0"/>
  <p:tag name="KSO_WM_UNIT_DIAGRAM_ISNUMVISUAL" val="0"/>
  <p:tag name="KSO_WM_UNIT_DIAGRAM_ISREFERUNIT" val="0"/>
  <p:tag name="KSO_WM_UNIT_LAYERLEVEL" val="1"/>
  <p:tag name="KSO_WM_TEMPLATE_INDEX" val="40481006"/>
  <p:tag name="KSO_WM_TEMPLATE_CATEGORY" val="custom"/>
</p:tagLst>
</file>

<file path=ppt/tags/tag57.xml><?xml version="1.0" encoding="utf-8"?>
<p:tagLst xmlns:a="http://schemas.openxmlformats.org/drawingml/2006/main" xmlns:r="http://schemas.openxmlformats.org/officeDocument/2006/relationships" xmlns:p="http://schemas.openxmlformats.org/presentationml/2006/main">
  <p:tag name="KSO_WM_UNIT_TYPE" val="i"/>
  <p:tag name="KSO_WM_UNIT_INDEX" val="2"/>
  <p:tag name="KSO_WM_BEAUTIFY_FLAG" val="#wm#"/>
  <p:tag name="KSO_WM_TAG_VERSION" val="3.0"/>
  <p:tag name="LAYOUTZORDER" val="2"/>
  <p:tag name="KSO_WM_UNIT_ID" val="_11*i*2"/>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1006"/>
</p:tagLst>
</file>

<file path=ppt/tags/tag58.xml><?xml version="1.0" encoding="utf-8"?>
<p:tagLst xmlns:a="http://schemas.openxmlformats.org/drawingml/2006/main" xmlns:r="http://schemas.openxmlformats.org/officeDocument/2006/relationships" xmlns:p="http://schemas.openxmlformats.org/presentationml/2006/main">
  <p:tag name="KSO_WM_UNIT_TYPE" val="i"/>
  <p:tag name="KSO_WM_UNIT_INDEX" val="1"/>
  <p:tag name="KSO_WM_BEAUTIFY_FLAG" val="#wm#"/>
  <p:tag name="KSO_WM_TAG_VERSION" val="3.0"/>
  <p:tag name="LAYOUTZORDER" val="3"/>
  <p:tag name="KSO_WM_UNIT_ID" val="_11*i*1"/>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1006"/>
</p:tagLst>
</file>

<file path=ppt/tags/tag59.xml><?xml version="1.0" encoding="utf-8"?>
<p:tagLst xmlns:a="http://schemas.openxmlformats.org/drawingml/2006/main" xmlns:r="http://schemas.openxmlformats.org/officeDocument/2006/relationships" xmlns:p="http://schemas.openxmlformats.org/presentationml/2006/main">
  <p:tag name="KSO_WM_BEAUTIFY_FLAG" val="#wm#"/>
  <p:tag name="KSO_WM_FIGMA_FLAG" val="#fgm#"/>
  <p:tag name="KSO_WM_UNIT_INDEX" val="1"/>
  <p:tag name="KSO_WM_UNIT_TEXT_TYPE" val="1"/>
  <p:tag name="KSO_WM_UNIT_TYPE" val="b"/>
  <p:tag name="KSO_WM_UNIT_ID" val="_11*b*1"/>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1006"/>
  <p:tag name="KSO_WM_TEMPLATE_CATEGORY" val="custom"/>
</p:tagLst>
</file>

<file path=ppt/tags/tag60.xml><?xml version="1.0" encoding="utf-8"?>
<p:tagLst xmlns:a="http://schemas.openxmlformats.org/drawingml/2006/main" xmlns:r="http://schemas.openxmlformats.org/officeDocument/2006/relationships" xmlns:p="http://schemas.openxmlformats.org/presentationml/2006/main">
  <p:tag name="KSO_WM_UNIT_TYPE" val="a"/>
  <p:tag name="KSO_WM_BEAUTIFY_FLAG" val="#wm#"/>
  <p:tag name="KSO_WM_FIGMA_FLAG" val="#fgm#"/>
  <p:tag name="KSO_WM_UNIT_INDEX" val="1"/>
  <p:tag name="KSO_WM_UNIT_TEXT_TYPE" val="1"/>
  <p:tag name="KSO_WM_LAYOUT_CHECK_HASH" val="a90c1c501f56e3d7770a3de746b79b6e25354425"/>
  <p:tag name="KSO_WM_NEWLAYOUT_ID" val="5776"/>
  <p:tag name="KSO_WM_UNIT_ID" val="_11*a*1"/>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1006"/>
  <p:tag name="KSO_WM_TEMPLATE_CATEGORY" val="custom"/>
</p:tagLst>
</file>

<file path=ppt/tags/tag61.xml><?xml version="1.0" encoding="utf-8"?>
<p:tagLst xmlns:a="http://schemas.openxmlformats.org/drawingml/2006/main" xmlns:r="http://schemas.openxmlformats.org/officeDocument/2006/relationships"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1006"/>
  <p:tag name="KSO_WM_TEMPLATE_CATEGORY" val="custom"/>
</p:tagLst>
</file>

<file path=ppt/tags/tag62.xml><?xml version="1.0" encoding="utf-8"?>
<p:tagLst xmlns:a="http://schemas.openxmlformats.org/drawingml/2006/main" xmlns:r="http://schemas.openxmlformats.org/officeDocument/2006/relationships"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1006"/>
  <p:tag name="KSO_WM_TEMPLATE_CATEGORY" val="custom"/>
</p:tagLst>
</file>

<file path=ppt/tags/tag63.xml><?xml version="1.0" encoding="utf-8"?>
<p:tagLst xmlns:a="http://schemas.openxmlformats.org/drawingml/2006/main" xmlns:r="http://schemas.openxmlformats.org/officeDocument/2006/relationships"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1006"/>
  <p:tag name="KSO_WM_TEMPLATE_CATEGORY" val="custom"/>
</p:tagLst>
</file>

<file path=ppt/tags/tag64.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EXT_TYPE" val="1"/>
  <p:tag name="KSO_WM_UNIT_TYPE" val="b"/>
</p:tagLst>
</file>

<file path=ppt/tags/tag65.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EXT_TYPE" val="1"/>
  <p:tag name="KSO_WM_UNIT_TYPE" val="a"/>
  <p:tag name="KSO_WM_LAYOUT_CHECK_HASH" val="56d122b5c8b199b78f5910fe18c91174d9e1a4f3"/>
  <p:tag name="KSO_WM_NEWLAYOUT_ID" val="1"/>
</p:tagLst>
</file>

<file path=ppt/tags/tag66.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SUBTYPE" val="d"/>
  <p:tag name="KSO_WM_UNIT_TYPE" val="l_h_i"/>
</p:tagLst>
</file>

<file path=ppt/tags/tag67.xml><?xml version="1.0" encoding="utf-8"?>
<p:tagLst xmlns:a="http://schemas.openxmlformats.org/drawingml/2006/main" xmlns:r="http://schemas.openxmlformats.org/officeDocument/2006/relationships" xmlns:p="http://schemas.openxmlformats.org/presentationml/2006/main">
  <p:tag name="KSO_WM_FIGMA_DECORATION_INDEX" val="25"/>
  <p:tag name="$PH_EXT" val="2"/>
  <p:tag name="KSO_WM_BEAUTIFY_FLAG" val="#fgm#"/>
  <p:tag name="KSO_WM_DIAGRAM_GROUP_CODE" val="1"/>
  <p:tag name="KSO_WM_FIGMA_FLAG" val="#fgm#"/>
  <p:tag name="KSO_WM_UNIT_INDEX" val="1_1_2"/>
  <p:tag name="KSO_WM_UNIT_TYPE" val="l_h_i"/>
</p:tagLst>
</file>

<file path=ppt/tags/tag68.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Lst>
</file>

<file path=ppt/tags/tag69.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SUBTYPE" val="d"/>
  <p:tag name="KSO_WM_UNIT_TYPE" val="l_h_i"/>
</p:tagLst>
</file>

<file path=ppt/tags/tag70.xml><?xml version="1.0" encoding="utf-8"?>
<p:tagLst xmlns:a="http://schemas.openxmlformats.org/drawingml/2006/main" xmlns:r="http://schemas.openxmlformats.org/officeDocument/2006/relationships" xmlns:p="http://schemas.openxmlformats.org/presentationml/2006/main">
  <p:tag name="KSO_WM_FIGMA_DECORATION_INDEX" val="25"/>
  <p:tag name="$PH_EXT" val="2"/>
  <p:tag name="KSO_WM_BEAUTIFY_FLAG" val="#fgm#"/>
  <p:tag name="KSO_WM_DIAGRAM_GROUP_CODE" val="1"/>
  <p:tag name="KSO_WM_FIGMA_FLAG" val="#fgm#"/>
  <p:tag name="KSO_WM_UNIT_INDEX" val="1_2_2"/>
  <p:tag name="KSO_WM_UNIT_TYPE" val="l_h_i"/>
</p:tagLst>
</file>

<file path=ppt/tags/tag71.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a"/>
</p:tagLst>
</file>

<file path=ppt/tags/tag72.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SUBTYPE" val="d"/>
  <p:tag name="KSO_WM_UNIT_TYPE" val="l_h_i"/>
</p:tagLst>
</file>

<file path=ppt/tags/tag73.xml><?xml version="1.0" encoding="utf-8"?>
<p:tagLst xmlns:a="http://schemas.openxmlformats.org/drawingml/2006/main" xmlns:r="http://schemas.openxmlformats.org/officeDocument/2006/relationships" xmlns:p="http://schemas.openxmlformats.org/presentationml/2006/main">
  <p:tag name="KSO_WM_FIGMA_DECORATION_INDEX" val="25"/>
  <p:tag name="$PH_EXT" val="2"/>
  <p:tag name="KSO_WM_BEAUTIFY_FLAG" val="#fgm#"/>
  <p:tag name="KSO_WM_DIAGRAM_GROUP_CODE" val="1"/>
  <p:tag name="KSO_WM_FIGMA_FLAG" val="#fgm#"/>
  <p:tag name="KSO_WM_UNIT_INDEX" val="1_3_2"/>
  <p:tag name="KSO_WM_UNIT_TYPE" val="l_h_i"/>
</p:tagLst>
</file>

<file path=ppt/tags/tag74.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a"/>
</p:tagLst>
</file>

<file path=ppt/tags/tag75.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4_1"/>
  <p:tag name="KSO_WM_UNIT_SUBTYPE" val="d"/>
  <p:tag name="KSO_WM_UNIT_TYPE" val="l_h_i"/>
</p:tagLst>
</file>

<file path=ppt/tags/tag76.xml><?xml version="1.0" encoding="utf-8"?>
<p:tagLst xmlns:a="http://schemas.openxmlformats.org/drawingml/2006/main" xmlns:r="http://schemas.openxmlformats.org/officeDocument/2006/relationships" xmlns:p="http://schemas.openxmlformats.org/presentationml/2006/main">
  <p:tag name="KSO_WM_FIGMA_DECORATION_INDEX" val="25"/>
  <p:tag name="$PH_EXT" val="2"/>
  <p:tag name="KSO_WM_BEAUTIFY_FLAG" val="#fgm#"/>
  <p:tag name="KSO_WM_DIAGRAM_GROUP_CODE" val="1"/>
  <p:tag name="KSO_WM_FIGMA_FLAG" val="#fgm#"/>
  <p:tag name="KSO_WM_UNIT_INDEX" val="1_4_2"/>
  <p:tag name="KSO_WM_UNIT_TYPE" val="l_h_i"/>
</p:tagLst>
</file>

<file path=ppt/tags/tag77.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4_1"/>
  <p:tag name="KSO_WM_UNIT_TYPE" val="l_h_a"/>
</p:tagLst>
</file>

<file path=ppt/tags/tag78.xml><?xml version="1.0" encoding="utf-8"?>
<p:tagLst xmlns:a="http://schemas.openxmlformats.org/drawingml/2006/main" xmlns:r="http://schemas.openxmlformats.org/officeDocument/2006/relationships" xmlns:p="http://schemas.openxmlformats.org/presentationml/2006/main">
  <p:tag name="KSO_WM_UNIT_ID" val="_0**"/>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1006"/>
</p:tagLst>
</file>

<file path=ppt/tags/tag79.xml><?xml version="1.0" encoding="utf-8"?>
<p:tagLst xmlns:a="http://schemas.openxmlformats.org/drawingml/2006/main" xmlns:r="http://schemas.openxmlformats.org/officeDocument/2006/relationships" xmlns:p="http://schemas.openxmlformats.org/presentationml/2006/main">
  <p:tag name="KSO_WM_UNIT_ID" val="_0**"/>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1006"/>
</p:tagLst>
</file>

<file path=ppt/tags/tag80.xml><?xml version="1.0" encoding="utf-8"?>
<p:tagLst xmlns:a="http://schemas.openxmlformats.org/drawingml/2006/main" xmlns:r="http://schemas.openxmlformats.org/officeDocument/2006/relationships" xmlns:p="http://schemas.openxmlformats.org/presentationml/2006/main">
  <p:tag name="KSO_WM_UNIT_ID" val="_0**"/>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1006"/>
</p:tagLst>
</file>

<file path=ppt/tags/tag81.xml><?xml version="1.0" encoding="utf-8"?>
<p:tagLst xmlns:a="http://schemas.openxmlformats.org/drawingml/2006/main" xmlns:r="http://schemas.openxmlformats.org/officeDocument/2006/relationships" xmlns:p="http://schemas.openxmlformats.org/presentationml/2006/main">
  <p:tag name="KSO_WM_UNIT_TYPE" val="f"/>
  <p:tag name="KSO_WM_UNIT_INDEX" val="1"/>
  <p:tag name="KSO_WM_UNIT_ID" val="_0*f*1"/>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1006"/>
</p:tagLst>
</file>

<file path=ppt/tags/tag82.xml><?xml version="1.0" encoding="utf-8"?>
<p:tagLst xmlns:a="http://schemas.openxmlformats.org/drawingml/2006/main" xmlns:r="http://schemas.openxmlformats.org/officeDocument/2006/relationships" xmlns:p="http://schemas.openxmlformats.org/presentationml/2006/main">
  <p:tag name="KSO_WM_UNIT_TYPE" val="a"/>
  <p:tag name="KSO_WM_UNIT_INDEX" val="1"/>
  <p:tag name="KSO_WM_UNIT_ID" val="_0*a*1"/>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1006"/>
</p:tagLst>
</file>

<file path=ppt/tags/tag83.xml><?xml version="1.0" encoding="utf-8"?>
<p:tagLst xmlns:a="http://schemas.openxmlformats.org/drawingml/2006/main" xmlns:r="http://schemas.openxmlformats.org/officeDocument/2006/relationships" xmlns:p="http://schemas.openxmlformats.org/presentationml/2006/main">
  <p:tag name="KSO_WM_TEMPLATE_SUBCATEGORY" val="29"/>
  <p:tag name="KSO_WM_BEAUTIFY_FLAG" val="#wm#"/>
  <p:tag name="KSO_WM_TEMPLATE_SLIDE_ID" val="slide_4b787e1769c53a6b"/>
  <p:tag name="KSO_WM_TEMPLATE_THUMBS_INDEX" val="1、9"/>
  <p:tag name="KSO_WM_TEMPLATE_INDEX" val="40481006"/>
  <p:tag name="KSO_WM_TEMPLATE_CATEGORY" val="custom"/>
  <p:tag name="KSO_WM_TEMPLATE_MASTER_TYPE" val="0"/>
  <p:tag name="KSO_WM_TAG_VERSION" val="3.0"/>
</p:tagLst>
</file>

<file path=ppt/tags/tag84.xml><?xml version="1.0" encoding="utf-8"?>
<p:tagLst xmlns:a="http://schemas.openxmlformats.org/drawingml/2006/main" xmlns:r="http://schemas.openxmlformats.org/officeDocument/2006/relationships"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1006"/>
  <p:tag name="KSO_WM_TEMPLATE_CATEGORY" val="custom"/>
</p:tagLst>
</file>

<file path=ppt/tags/tag85.xml><?xml version="1.0" encoding="utf-8"?>
<p:tagLst xmlns:a="http://schemas.openxmlformats.org/drawingml/2006/main" xmlns:r="http://schemas.openxmlformats.org/officeDocument/2006/relationships"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1006"/>
  <p:tag name="KSO_WM_TEMPLATE_CATEGORY" val="custom"/>
</p:tagLst>
</file>

<file path=ppt/tags/tag86.xml><?xml version="1.0" encoding="utf-8"?>
<p:tagLst xmlns:a="http://schemas.openxmlformats.org/drawingml/2006/main" xmlns:r="http://schemas.openxmlformats.org/officeDocument/2006/relationships"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1006"/>
  <p:tag name="KSO_WM_TEMPLATE_CATEGORY" val="custom"/>
</p:tagLst>
</file>

<file path=ppt/tags/tag87.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EXT_TYPE" val="1"/>
  <p:tag name="KSO_WM_UNIT_TYPE" val="b"/>
</p:tagLst>
</file>

<file path=ppt/tags/tag88.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EXT_TYPE" val="1"/>
  <p:tag name="KSO_WM_UNIT_TYPE" val="a"/>
  <p:tag name="KSO_WM_LAYOUT_CHECK_HASH" val="d634007c2849224c45092ef67a1d33518a36513e"/>
  <p:tag name="KSO_WM_NEWLAYOUT_GROUP_ID" val="layout_1-5"/>
  <p:tag name="KSO_WM_NEWLAYOUT_ID" val="slide_ba60fb0293b23fda"/>
</p:tagLst>
</file>

<file path=ppt/tags/tag89.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SUBTYPE" val="d"/>
  <p:tag name="KSO_WM_UNIT_TYPE" val="l_h_i"/>
</p:tagLst>
</file>

<file path=ppt/tags/tag90.xml><?xml version="1.0" encoding="utf-8"?>
<p:tagLst xmlns:a="http://schemas.openxmlformats.org/drawingml/2006/main" xmlns:r="http://schemas.openxmlformats.org/officeDocument/2006/relationships" xmlns:p="http://schemas.openxmlformats.org/presentationml/2006/main">
  <p:tag name="KSO_WM_FIGMA_DECORATION_INDEX" val="25"/>
  <p:tag name="$PH_EXT" val="2"/>
  <p:tag name="KSO_WM_BEAUTIFY_FLAG" val="#fgm#"/>
  <p:tag name="KSO_WM_DIAGRAM_GROUP_CODE" val="1"/>
  <p:tag name="KSO_WM_FIGMA_FLAG" val="#fgm#"/>
  <p:tag name="KSO_WM_SYNC_SLIDE_TEXT" val="1"/>
  <p:tag name="KSO_WM_UNIT_INDEX" val="1_1_2"/>
  <p:tag name="KSO_WM_UNIT_TYPE" val="l_h_i"/>
</p:tagLst>
</file>

<file path=ppt/tags/tag91.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Lst>
</file>

<file path=ppt/tags/tag92.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SUBTYPE" val="d"/>
  <p:tag name="KSO_WM_UNIT_TYPE" val="l_h_i"/>
</p:tagLst>
</file>

<file path=ppt/tags/tag93.xml><?xml version="1.0" encoding="utf-8"?>
<p:tagLst xmlns:a="http://schemas.openxmlformats.org/drawingml/2006/main" xmlns:r="http://schemas.openxmlformats.org/officeDocument/2006/relationships" xmlns:p="http://schemas.openxmlformats.org/presentationml/2006/main">
  <p:tag name="KSO_WM_FIGMA_DECORATION_INDEX" val="25"/>
  <p:tag name="$PH_EXT" val="2"/>
  <p:tag name="KSO_WM_BEAUTIFY_FLAG" val="#fgm#"/>
  <p:tag name="KSO_WM_DIAGRAM_GROUP_CODE" val="1"/>
  <p:tag name="KSO_WM_FIGMA_FLAG" val="#fgm#"/>
  <p:tag name="KSO_WM_SYNC_SLIDE_TEXT" val="1"/>
  <p:tag name="KSO_WM_UNIT_INDEX" val="1_2_2"/>
  <p:tag name="KSO_WM_UNIT_TYPE" val="l_h_i"/>
</p:tagLst>
</file>

<file path=ppt/tags/tag94.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a"/>
</p:tagLst>
</file>

<file path=ppt/tags/tag95.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SUBTYPE" val="d"/>
  <p:tag name="KSO_WM_UNIT_TYPE" val="l_h_i"/>
</p:tagLst>
</file>

<file path=ppt/tags/tag96.xml><?xml version="1.0" encoding="utf-8"?>
<p:tagLst xmlns:a="http://schemas.openxmlformats.org/drawingml/2006/main" xmlns:r="http://schemas.openxmlformats.org/officeDocument/2006/relationships" xmlns:p="http://schemas.openxmlformats.org/presentationml/2006/main">
  <p:tag name="KSO_WM_FIGMA_DECORATION_INDEX" val="25"/>
  <p:tag name="$PH_EXT" val="2"/>
  <p:tag name="KSO_WM_BEAUTIFY_FLAG" val="#fgm#"/>
  <p:tag name="KSO_WM_DIAGRAM_GROUP_CODE" val="1"/>
  <p:tag name="KSO_WM_FIGMA_FLAG" val="#fgm#"/>
  <p:tag name="KSO_WM_SYNC_SLIDE_TEXT" val="1"/>
  <p:tag name="KSO_WM_UNIT_INDEX" val="1_3_2"/>
  <p:tag name="KSO_WM_UNIT_TYPE" val="l_h_i"/>
</p:tagLst>
</file>

<file path=ppt/tags/tag97.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a"/>
</p:tagLst>
</file>

<file path=ppt/tags/tag98.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4_1"/>
  <p:tag name="KSO_WM_UNIT_SUBTYPE" val="d"/>
  <p:tag name="KSO_WM_UNIT_TYPE" val="l_h_i"/>
</p:tagLst>
</file>

<file path=ppt/tags/tag99.xml><?xml version="1.0" encoding="utf-8"?>
<p:tagLst xmlns:a="http://schemas.openxmlformats.org/drawingml/2006/main" xmlns:r="http://schemas.openxmlformats.org/officeDocument/2006/relationships" xmlns:p="http://schemas.openxmlformats.org/presentationml/2006/main">
  <p:tag name="KSO_WM_FIGMA_DECORATION_INDEX" val="25"/>
  <p:tag name="$PH_EXT" val="2"/>
  <p:tag name="KSO_WM_BEAUTIFY_FLAG" val="#fgm#"/>
  <p:tag name="KSO_WM_DIAGRAM_GROUP_CODE" val="1"/>
  <p:tag name="KSO_WM_FIGMA_FLAG" val="#fgm#"/>
  <p:tag name="KSO_WM_SYNC_SLIDE_TEXT" val="1"/>
  <p:tag name="KSO_WM_UNIT_INDEX" val="1_4_2"/>
  <p:tag name="KSO_WM_UNIT_TYPE" val="l_h_i"/>
</p:tagLst>
</file>

<file path=ppt/tags/tag100.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4_1"/>
  <p:tag name="KSO_WM_UNIT_TYPE" val="l_h_a"/>
</p:tagLst>
</file>

<file path=ppt/tags/tag101.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5_1"/>
  <p:tag name="KSO_WM_UNIT_SUBTYPE" val="d"/>
  <p:tag name="KSO_WM_UNIT_TYPE" val="l_h_i"/>
</p:tagLst>
</file>

<file path=ppt/tags/tag102.xml><?xml version="1.0" encoding="utf-8"?>
<p:tagLst xmlns:a="http://schemas.openxmlformats.org/drawingml/2006/main" xmlns:r="http://schemas.openxmlformats.org/officeDocument/2006/relationships" xmlns:p="http://schemas.openxmlformats.org/presentationml/2006/main">
  <p:tag name="KSO_WM_FIGMA_DECORATION_INDEX" val="25"/>
  <p:tag name="$PH_EXT" val="2"/>
  <p:tag name="KSO_WM_BEAUTIFY_FLAG" val="#fgm#"/>
  <p:tag name="KSO_WM_DIAGRAM_GROUP_CODE" val="1"/>
  <p:tag name="KSO_WM_FIGMA_FLAG" val="#fgm#"/>
  <p:tag name="KSO_WM_SYNC_SLIDE_TEXT" val="1"/>
  <p:tag name="KSO_WM_UNIT_INDEX" val="1_5_2"/>
  <p:tag name="KSO_WM_UNIT_TYPE" val="l_h_i"/>
</p:tagLst>
</file>

<file path=ppt/tags/tag103.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5_1"/>
  <p:tag name="KSO_WM_UNIT_TYPE" val="l_h_a"/>
</p:tagLst>
</file>

<file path=ppt/tags/tag104.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6_1"/>
  <p:tag name="KSO_WM_UNIT_SUBTYPE" val="d"/>
  <p:tag name="KSO_WM_UNIT_TYPE" val="l_h_i"/>
</p:tagLst>
</file>

<file path=ppt/tags/tag105.xml><?xml version="1.0" encoding="utf-8"?>
<p:tagLst xmlns:a="http://schemas.openxmlformats.org/drawingml/2006/main" xmlns:r="http://schemas.openxmlformats.org/officeDocument/2006/relationships" xmlns:p="http://schemas.openxmlformats.org/presentationml/2006/main">
  <p:tag name="KSO_WM_FIGMA_DECORATION_INDEX" val="25"/>
  <p:tag name="$PH_EXT" val="2"/>
  <p:tag name="KSO_WM_BEAUTIFY_FLAG" val="#fgm#"/>
  <p:tag name="KSO_WM_DIAGRAM_GROUP_CODE" val="1"/>
  <p:tag name="KSO_WM_FIGMA_FLAG" val="#fgm#"/>
  <p:tag name="KSO_WM_SYNC_SLIDE_TEXT" val="1"/>
  <p:tag name="KSO_WM_UNIT_INDEX" val="1_6_2"/>
  <p:tag name="KSO_WM_UNIT_TYPE" val="l_h_i"/>
</p:tagLst>
</file>

<file path=ppt/tags/tag106.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6_1"/>
  <p:tag name="KSO_WM_UNIT_TYPE" val="l_h_a"/>
</p:tagLst>
</file>

<file path=ppt/tags/tag107.xml><?xml version="1.0" encoding="utf-8"?>
<p:tagLst xmlns:a="http://schemas.openxmlformats.org/drawingml/2006/main" xmlns:r="http://schemas.openxmlformats.org/officeDocument/2006/relationships"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1006"/>
  <p:tag name="KSO_WM_TEMPLATE_CATEGORY" val="custom"/>
</p:tagLst>
</file>

<file path=ppt/tags/tag108.xml><?xml version="1.0" encoding="utf-8"?>
<p:tagLst xmlns:a="http://schemas.openxmlformats.org/drawingml/2006/main" xmlns:r="http://schemas.openxmlformats.org/officeDocument/2006/relationships"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1006"/>
  <p:tag name="KSO_WM_TEMPLATE_CATEGORY" val="custom"/>
</p:tagLst>
</file>

<file path=ppt/tags/tag109.xml><?xml version="1.0" encoding="utf-8"?>
<p:tagLst xmlns:a="http://schemas.openxmlformats.org/drawingml/2006/main" xmlns:r="http://schemas.openxmlformats.org/officeDocument/2006/relationships"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1006"/>
  <p:tag name="KSO_WM_TEMPLATE_CATEGORY" val="custom"/>
</p:tagLst>
</file>

<file path=ppt/tags/tag110.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51319cf0e1026edecab02dd273e64b3341e2b840"/>
  <p:tag name="KSO_WM_NEWLAYOUT_GROUP_ID" val="layout_34"/>
  <p:tag name="KSO_WM_NEWLAYOUT_ID" val="slide_4acdb5d565d7a68b"/>
</p:tagLst>
</file>

<file path=ppt/tags/tag111.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d"/>
</p:tagLst>
</file>

<file path=ppt/tags/tag112.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Lst>
</file>

<file path=ppt/tags/tag113.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f"/>
</p:tagLst>
</file>

<file path=ppt/tags/tag114.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d"/>
</p:tagLst>
</file>

<file path=ppt/tags/tag115.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a"/>
</p:tagLst>
</file>

<file path=ppt/tags/tag116.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f"/>
</p:tagLst>
</file>

<file path=ppt/tags/tag117.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d"/>
</p:tagLst>
</file>

<file path=ppt/tags/tag118.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a"/>
</p:tagLst>
</file>

<file path=ppt/tags/tag119.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f"/>
</p:tagLst>
</file>

<file path=ppt/tags/tag120.xml><?xml version="1.0" encoding="utf-8"?>
<p:tagLst xmlns:a="http://schemas.openxmlformats.org/drawingml/2006/main" xmlns:r="http://schemas.openxmlformats.org/officeDocument/2006/relationships"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1006"/>
  <p:tag name="KSO_WM_TEMPLATE_CATEGORY" val="custom"/>
</p:tagLst>
</file>

<file path=ppt/tags/tag121.xml><?xml version="1.0" encoding="utf-8"?>
<p:tagLst xmlns:a="http://schemas.openxmlformats.org/drawingml/2006/main" xmlns:r="http://schemas.openxmlformats.org/officeDocument/2006/relationships"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1006"/>
  <p:tag name="KSO_WM_TEMPLATE_CATEGORY" val="custom"/>
</p:tagLst>
</file>

<file path=ppt/tags/tag122.xml><?xml version="1.0" encoding="utf-8"?>
<p:tagLst xmlns:a="http://schemas.openxmlformats.org/drawingml/2006/main" xmlns:r="http://schemas.openxmlformats.org/officeDocument/2006/relationships"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1006"/>
  <p:tag name="KSO_WM_TEMPLATE_CATEGORY" val="custom"/>
</p:tagLst>
</file>

<file path=ppt/tags/tag123.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5cfb5e1294aa4e240291788fc46306fdae8156ae"/>
  <p:tag name="KSO_WM_NEWLAYOUT_GROUP_ID" val="layout_59"/>
  <p:tag name="KSO_WM_NEWLAYOUT_ID" val="slide_a0139072b4997ff5"/>
</p:tagLst>
</file>

<file path=ppt/tags/tag124.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d"/>
</p:tagLst>
</file>

<file path=ppt/tags/tag125.xml><?xml version="1.0" encoding="utf-8"?>
<p:tagLst xmlns:a="http://schemas.openxmlformats.org/drawingml/2006/main" xmlns:r="http://schemas.openxmlformats.org/officeDocument/2006/relationships"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1_1"/>
  <p:tag name="KSO_WM_UNIT_TYPE" val="l_h_i"/>
</p:tagLst>
</file>

<file path=ppt/tags/tag126.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Lst>
</file>

<file path=ppt/tags/tag127.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f"/>
</p:tagLst>
</file>

<file path=ppt/tags/tag128.xml><?xml version="1.0" encoding="utf-8"?>
<p:tagLst xmlns:a="http://schemas.openxmlformats.org/drawingml/2006/main" xmlns:r="http://schemas.openxmlformats.org/officeDocument/2006/relationships"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1006"/>
  <p:tag name="KSO_WM_TEMPLATE_CATEGORY" val="custom"/>
</p:tagLst>
</file>

<file path=ppt/tags/tag129.xml><?xml version="1.0" encoding="utf-8"?>
<p:tagLst xmlns:a="http://schemas.openxmlformats.org/drawingml/2006/main" xmlns:r="http://schemas.openxmlformats.org/officeDocument/2006/relationships"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1006"/>
  <p:tag name="KSO_WM_TEMPLATE_CATEGORY" val="custom"/>
</p:tagLst>
</file>

<file path=ppt/tags/tag130.xml><?xml version="1.0" encoding="utf-8"?>
<p:tagLst xmlns:a="http://schemas.openxmlformats.org/drawingml/2006/main" xmlns:r="http://schemas.openxmlformats.org/officeDocument/2006/relationships"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1006"/>
  <p:tag name="KSO_WM_TEMPLATE_CATEGORY" val="custom"/>
</p:tagLst>
</file>

<file path=ppt/tags/tag131.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d67d4b61d1801970c0dfa659e93b1886309b0211"/>
  <p:tag name="KSO_WM_NEWLAYOUT_GROUP_ID" val="layout_39"/>
  <p:tag name="KSO_WM_NEWLAYOUT_ID" val="slide_0d6168c1bb5022a7"/>
</p:tagLst>
</file>

<file path=ppt/tags/tag132.xml><?xml version="1.0" encoding="utf-8"?>
<p:tagLst xmlns:a="http://schemas.openxmlformats.org/drawingml/2006/main" xmlns:r="http://schemas.openxmlformats.org/officeDocument/2006/relationships" xmlns:p="http://schemas.openxmlformats.org/presentationml/2006/main">
  <p:tag name="KSO_WM_FIGMA_DECORATION_INDEX" val="18"/>
  <p:tag name="$PH_EXT" val="2"/>
  <p:tag name="KSO_WM_BEAUTIFY_FLAG" val="#fgm#"/>
  <p:tag name="KSO_WM_DIAGRAM_GROUP_CODE" val="1"/>
  <p:tag name="KSO_WM_FIGMA_FLAG" val="#fgm#"/>
  <p:tag name="KSO_WM_SHAPE_BGTYPE" val="dk2"/>
  <p:tag name="KSO_WM_SHAPE_BRIGHT_DATA" val="[{&quot;dk1&quot;:-60,&quot;dk2&quot;:-50,&quot;lt1&quot;:90,&quot;lt2&quot;:100},{&quot;dk1&quot;:-60,&quot;dk2&quot;:-50,&quot;lt1&quot;:90,&quot;lt2&quot;:100}]"/>
  <p:tag name="KSO_WM_SHAPE_UPDATE_BRIGHT" val="1"/>
  <p:tag name="KSO_WM_SYNC_SLIDE_TEXT" val="1"/>
  <p:tag name="KSO_WM_UNIT_INDEX" val="1_1_1"/>
  <p:tag name="KSO_WM_UNIT_TYPE" val="l_h_i"/>
</p:tagLst>
</file>

<file path=ppt/tags/tag133.xml><?xml version="1.0" encoding="utf-8"?>
<p:tagLst xmlns:a="http://schemas.openxmlformats.org/drawingml/2006/main" xmlns:r="http://schemas.openxmlformats.org/officeDocument/2006/relationships" xmlns:p="http://schemas.openxmlformats.org/presentationml/2006/main">
  <p:tag name="KSO_WM_FIGMA_DECORATION_INDEX" val="1"/>
  <p:tag name="$PH_EXT" val="1"/>
  <p:tag name="KSO_WM_BEAUTIFY_FLAG" val="#fgm#"/>
  <p:tag name="KSO_WM_DIAGRAM_GROUP_CODE" val="1"/>
  <p:tag name="KSO_WM_FIGMA_FLAG" val="#fgm#"/>
  <p:tag name="KSO_WM_UNIT_INDEX" val="1_1_1"/>
  <p:tag name="KSO_WM_UNIT_TYPE" val="l_h_x"/>
</p:tagLst>
</file>

<file path=ppt/tags/tag134.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Lst>
</file>

<file path=ppt/tags/tag135.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f"/>
</p:tagLst>
</file>

<file path=ppt/tags/tag136.xml><?xml version="1.0" encoding="utf-8"?>
<p:tagLst xmlns:a="http://schemas.openxmlformats.org/drawingml/2006/main" xmlns:r="http://schemas.openxmlformats.org/officeDocument/2006/relationships" xmlns:p="http://schemas.openxmlformats.org/presentationml/2006/main">
  <p:tag name="KSO_WM_FIGMA_DECORATION_INDEX" val="18"/>
  <p:tag name="$PH_EXT" val="2"/>
  <p:tag name="KSO_WM_BEAUTIFY_FLAG" val="#fgm#"/>
  <p:tag name="KSO_WM_DIAGRAM_GROUP_CODE" val="1"/>
  <p:tag name="KSO_WM_FIGMA_FLAG" val="#fgm#"/>
  <p:tag name="KSO_WM_SHAPE_BGTYPE" val="dk2"/>
  <p:tag name="KSO_WM_SHAPE_BRIGHT_DATA" val="[{&quot;dk1&quot;:-60,&quot;dk2&quot;:-50,&quot;lt1&quot;:90,&quot;lt2&quot;:100},{&quot;dk1&quot;:-60,&quot;dk2&quot;:-50,&quot;lt1&quot;:90,&quot;lt2&quot;:100}]"/>
  <p:tag name="KSO_WM_SHAPE_UPDATE_BRIGHT" val="1"/>
  <p:tag name="KSO_WM_SYNC_SLIDE_TEXT" val="1"/>
  <p:tag name="KSO_WM_UNIT_INDEX" val="1_2_1"/>
  <p:tag name="KSO_WM_UNIT_TYPE" val="l_h_i"/>
</p:tagLst>
</file>

<file path=ppt/tags/tag137.xml><?xml version="1.0" encoding="utf-8"?>
<p:tagLst xmlns:a="http://schemas.openxmlformats.org/drawingml/2006/main" xmlns:r="http://schemas.openxmlformats.org/officeDocument/2006/relationships" xmlns:p="http://schemas.openxmlformats.org/presentationml/2006/main">
  <p:tag name="KSO_WM_FIGMA_DECORATION_INDEX" val="2"/>
  <p:tag name="$PH_EXT" val="1"/>
  <p:tag name="KSO_WM_BEAUTIFY_FLAG" val="#fgm#"/>
  <p:tag name="KSO_WM_DIAGRAM_GROUP_CODE" val="1"/>
  <p:tag name="KSO_WM_FIGMA_FLAG" val="#fgm#"/>
  <p:tag name="KSO_WM_UNIT_INDEX" val="1_2_1"/>
  <p:tag name="KSO_WM_UNIT_TYPE" val="l_h_x"/>
</p:tagLst>
</file>

<file path=ppt/tags/tag138.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a"/>
</p:tagLst>
</file>

<file path=ppt/tags/tag139.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f"/>
</p:tagLst>
</file>

<file path=ppt/tags/tag140.xml><?xml version="1.0" encoding="utf-8"?>
<p:tagLst xmlns:a="http://schemas.openxmlformats.org/drawingml/2006/main" xmlns:r="http://schemas.openxmlformats.org/officeDocument/2006/relationships"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1006"/>
  <p:tag name="KSO_WM_TEMPLATE_CATEGORY" val="custom"/>
</p:tagLst>
</file>

<file path=ppt/tags/tag141.xml><?xml version="1.0" encoding="utf-8"?>
<p:tagLst xmlns:a="http://schemas.openxmlformats.org/drawingml/2006/main" xmlns:r="http://schemas.openxmlformats.org/officeDocument/2006/relationships"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1006"/>
  <p:tag name="KSO_WM_TEMPLATE_CATEGORY" val="custom"/>
</p:tagLst>
</file>

<file path=ppt/tags/tag142.xml><?xml version="1.0" encoding="utf-8"?>
<p:tagLst xmlns:a="http://schemas.openxmlformats.org/drawingml/2006/main" xmlns:r="http://schemas.openxmlformats.org/officeDocument/2006/relationships"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1006"/>
  <p:tag name="KSO_WM_TEMPLATE_CATEGORY" val="custom"/>
</p:tagLst>
</file>

<file path=ppt/tags/tag143.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898d485dde1fadac9f09348c0a1f777df5c8c4fe"/>
  <p:tag name="KSO_WM_NEWLAYOUT_GROUP_ID" val="layout_35"/>
  <p:tag name="KSO_WM_NEWLAYOUT_ID" val="slide_cd6eee342bc03480"/>
</p:tagLst>
</file>

<file path=ppt/tags/tag144.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2"/>
  <p:tag name="KSO_WM_UNIT_SUBTYPE" val="d"/>
  <p:tag name="KSO_WM_UNIT_TYPE" val="l_h_i"/>
</p:tagLst>
</file>

<file path=ppt/tags/tag145.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Lst>
</file>

<file path=ppt/tags/tag146.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f"/>
</p:tagLst>
</file>

<file path=ppt/tags/tag147.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2"/>
  <p:tag name="KSO_WM_UNIT_SUBTYPE" val="d"/>
  <p:tag name="KSO_WM_UNIT_TYPE" val="l_h_i"/>
</p:tagLst>
</file>

<file path=ppt/tags/tag148.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a"/>
</p:tagLst>
</file>

<file path=ppt/tags/tag149.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f"/>
</p:tagLst>
</file>

<file path=ppt/tags/tag150.xml><?xml version="1.0" encoding="utf-8"?>
<p:tagLst xmlns:a="http://schemas.openxmlformats.org/drawingml/2006/main" xmlns:r="http://schemas.openxmlformats.org/officeDocument/2006/relationships"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1006"/>
  <p:tag name="KSO_WM_TEMPLATE_CATEGORY" val="custom"/>
</p:tagLst>
</file>

<file path=ppt/tags/tag151.xml><?xml version="1.0" encoding="utf-8"?>
<p:tagLst xmlns:a="http://schemas.openxmlformats.org/drawingml/2006/main" xmlns:r="http://schemas.openxmlformats.org/officeDocument/2006/relationships"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1006"/>
  <p:tag name="KSO_WM_TEMPLATE_CATEGORY" val="custom"/>
</p:tagLst>
</file>

<file path=ppt/tags/tag152.xml><?xml version="1.0" encoding="utf-8"?>
<p:tagLst xmlns:a="http://schemas.openxmlformats.org/drawingml/2006/main" xmlns:r="http://schemas.openxmlformats.org/officeDocument/2006/relationships"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1006"/>
  <p:tag name="KSO_WM_TEMPLATE_CATEGORY" val="custom"/>
</p:tagLst>
</file>

<file path=ppt/tags/tag153.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5819d567f57640a2e3c307b505ea900b6a4dd5b1"/>
  <p:tag name="KSO_WM_NEWLAYOUT_GROUP_ID" val="layout_10004"/>
  <p:tag name="KSO_WM_NEWLAYOUT_ID" val="slide_468ece13c61b3939"/>
</p:tagLst>
</file>

<file path=ppt/tags/tag154.xml><?xml version="1.0" encoding="utf-8"?>
<p:tagLst xmlns:a="http://schemas.openxmlformats.org/drawingml/2006/main" xmlns:r="http://schemas.openxmlformats.org/officeDocument/2006/relationships" xmlns:p="http://schemas.openxmlformats.org/presentationml/2006/main">
  <p:tag name="KSO_WM_FIGMA_DECORATION_INDEX" val="18"/>
  <p:tag name="$PH_EXT" val="2"/>
  <p:tag name="KSO_WM_BEAUTIFY_FLAG" val="#fgm#"/>
  <p:tag name="KSO_WM_DIAGRAM_GROUP_CODE" val="1"/>
  <p:tag name="KSO_WM_FIGMA_FLAG" val="#fgm#"/>
  <p:tag name="KSO_WM_SHAPE_BGTYPE" val="dk2"/>
  <p:tag name="KSO_WM_SHAPE_BRIGHT_DATA" val="[{&quot;dk1&quot;:-60,&quot;dk2&quot;:-50,&quot;lt1&quot;:90,&quot;lt2&quot;:100},{&quot;dk1&quot;:-60,&quot;dk2&quot;:-50,&quot;lt1&quot;:90,&quot;lt2&quot;:100}]"/>
  <p:tag name="KSO_WM_SHAPE_UPDATE_BRIGHT" val="1"/>
  <p:tag name="KSO_WM_SYNC_SLIDE_TEXT" val="1"/>
  <p:tag name="KSO_WM_UNIT_INDEX" val="1_1_1"/>
  <p:tag name="KSO_WM_UNIT_TYPE" val="l_h_i"/>
</p:tagLst>
</file>

<file path=ppt/tags/tag155.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Lst>
</file>

<file path=ppt/tags/tag156.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f"/>
</p:tagLst>
</file>

<file path=ppt/tags/tag157.xml><?xml version="1.0" encoding="utf-8"?>
<p:tagLst xmlns:a="http://schemas.openxmlformats.org/drawingml/2006/main" xmlns:r="http://schemas.openxmlformats.org/officeDocument/2006/relationships"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1006"/>
  <p:tag name="KSO_WM_TEMPLATE_CATEGORY" val="custom"/>
</p:tagLst>
</file>

<file path=ppt/tags/tag158.xml><?xml version="1.0" encoding="utf-8"?>
<p:tagLst xmlns:a="http://schemas.openxmlformats.org/drawingml/2006/main" xmlns:r="http://schemas.openxmlformats.org/officeDocument/2006/relationships"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1006"/>
  <p:tag name="KSO_WM_TEMPLATE_CATEGORY" val="custom"/>
</p:tagLst>
</file>

<file path=ppt/tags/tag159.xml><?xml version="1.0" encoding="utf-8"?>
<p:tagLst xmlns:a="http://schemas.openxmlformats.org/drawingml/2006/main" xmlns:r="http://schemas.openxmlformats.org/officeDocument/2006/relationships"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1006"/>
  <p:tag name="KSO_WM_TEMPLATE_CATEGORY" val="custom"/>
</p:tagLst>
</file>

<file path=ppt/tags/tag160.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d80092b5974739082e41bae667b4597dddace917"/>
  <p:tag name="KSO_WM_NEWLAYOUT_GROUP_ID" val="layout_10003"/>
  <p:tag name="KSO_WM_NEWLAYOUT_ID" val="slide_09acfb7d3197af95"/>
</p:tagLst>
</file>

<file path=ppt/tags/tag161.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Lst>
</file>

<file path=ppt/tags/tag162.xml><?xml version="1.0" encoding="utf-8"?>
<p:tagLst xmlns:a="http://schemas.openxmlformats.org/drawingml/2006/main" xmlns:r="http://schemas.openxmlformats.org/officeDocument/2006/relationships" xmlns:p="http://schemas.openxmlformats.org/presentationml/2006/main">
  <p:tag name="KSO_WM_FIGMA_DECORATION_INDEX" val="18"/>
  <p:tag name="$PH_EXT" val="2"/>
  <p:tag name="KSO_WM_BEAUTIFY_FLAG" val="#fgm#"/>
  <p:tag name="KSO_WM_DIAGRAM_GROUP_CODE" val="1"/>
  <p:tag name="KSO_WM_FIGMA_FLAG" val="#fgm#"/>
  <p:tag name="KSO_WM_SHAPE_BGTYPE" val="dk2"/>
  <p:tag name="KSO_WM_SHAPE_BRIGHT_DATA" val="[{&quot;dk1&quot;:-60,&quot;dk2&quot;:-50,&quot;lt1&quot;:90,&quot;lt2&quot;:100},{&quot;dk1&quot;:-60,&quot;dk2&quot;:-50,&quot;lt1&quot;:90,&quot;lt2&quot;:100}]"/>
  <p:tag name="KSO_WM_SHAPE_UPDATE_BRIGHT" val="1"/>
  <p:tag name="KSO_WM_SYNC_SLIDE_TEXT" val="1"/>
  <p:tag name="KSO_WM_UNIT_INDEX" val="1_1_1"/>
  <p:tag name="KSO_WM_UNIT_TYPE" val="l_h_i"/>
</p:tagLst>
</file>

<file path=ppt/tags/tag163.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f"/>
</p:tagLst>
</file>

<file path=ppt/tags/tag164.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a"/>
</p:tagLst>
</file>

<file path=ppt/tags/tag165.xml><?xml version="1.0" encoding="utf-8"?>
<p:tagLst xmlns:a="http://schemas.openxmlformats.org/drawingml/2006/main" xmlns:r="http://schemas.openxmlformats.org/officeDocument/2006/relationships" xmlns:p="http://schemas.openxmlformats.org/presentationml/2006/main">
  <p:tag name="KSO_WM_FIGMA_DECORATION_INDEX" val="18"/>
  <p:tag name="$PH_EXT" val="2"/>
  <p:tag name="KSO_WM_BEAUTIFY_FLAG" val="#fgm#"/>
  <p:tag name="KSO_WM_DIAGRAM_GROUP_CODE" val="1"/>
  <p:tag name="KSO_WM_FIGMA_FLAG" val="#fgm#"/>
  <p:tag name="KSO_WM_SHAPE_BGTYPE" val="dk2"/>
  <p:tag name="KSO_WM_SHAPE_BRIGHT_DATA" val="[{&quot;dk1&quot;:-60,&quot;dk2&quot;:-50,&quot;lt1&quot;:90,&quot;lt2&quot;:100},{&quot;dk1&quot;:-60,&quot;dk2&quot;:-50,&quot;lt1&quot;:90,&quot;lt2&quot;:100}]"/>
  <p:tag name="KSO_WM_SHAPE_UPDATE_BRIGHT" val="1"/>
  <p:tag name="KSO_WM_SYNC_SLIDE_TEXT" val="1"/>
  <p:tag name="KSO_WM_UNIT_INDEX" val="1_2_1"/>
  <p:tag name="KSO_WM_UNIT_TYPE" val="l_h_i"/>
</p:tagLst>
</file>

<file path=ppt/tags/tag166.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f"/>
</p:tagLst>
</file>

<file path=ppt/tags/tag167.xml><?xml version="1.0" encoding="utf-8"?>
<p:tagLst xmlns:a="http://schemas.openxmlformats.org/drawingml/2006/main" xmlns:r="http://schemas.openxmlformats.org/officeDocument/2006/relationships"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1006"/>
  <p:tag name="KSO_WM_TEMPLATE_CATEGORY" val="custom"/>
</p:tagLst>
</file>

<file path=ppt/tags/tag168.xml><?xml version="1.0" encoding="utf-8"?>
<p:tagLst xmlns:a="http://schemas.openxmlformats.org/drawingml/2006/main" xmlns:r="http://schemas.openxmlformats.org/officeDocument/2006/relationships"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1006"/>
  <p:tag name="KSO_WM_TEMPLATE_CATEGORY" val="custom"/>
</p:tagLst>
</file>

<file path=ppt/tags/tag169.xml><?xml version="1.0" encoding="utf-8"?>
<p:tagLst xmlns:a="http://schemas.openxmlformats.org/drawingml/2006/main" xmlns:r="http://schemas.openxmlformats.org/officeDocument/2006/relationships"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1006"/>
  <p:tag name="KSO_WM_TEMPLATE_CATEGORY" val="custom"/>
</p:tagLst>
</file>

<file path=ppt/tags/tag170.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0413d5ba277d13c4cab5ece026cc62ed61c444a7"/>
  <p:tag name="KSO_WM_NEWLAYOUT_GROUP_ID" val="layout_3"/>
  <p:tag name="KSO_WM_NEWLAYOUT_ID" val="slide_0576b72b971413eb"/>
</p:tagLst>
</file>

<file path=ppt/tags/tag171.xml><?xml version="1.0" encoding="utf-8"?>
<p:tagLst xmlns:a="http://schemas.openxmlformats.org/drawingml/2006/main" xmlns:r="http://schemas.openxmlformats.org/officeDocument/2006/relationships" xmlns:p="http://schemas.openxmlformats.org/presentationml/2006/main">
  <p:tag name="KSO_WM_FIGMA_DECORATION_INDEX" val="16"/>
  <p:tag name="$PH_EXT" val="2"/>
  <p:tag name="KSO_WM_BEAUTIFY_FLAG" val="#fgm#"/>
  <p:tag name="KSO_WM_DIAGRAM_GROUP_CODE" val="1"/>
  <p:tag name="KSO_WM_FIGMA_FLAG" val="#fgm#"/>
  <p:tag name="KSO_WM_SYNC_SLIDE_TEXT" val="1"/>
  <p:tag name="KSO_WM_UNIT_INDEX" val="1_1_1"/>
  <p:tag name="KSO_WM_UNIT_TYPE" val="l_h_i"/>
</p:tagLst>
</file>

<file path=ppt/tags/tag172.xml><?xml version="1.0" encoding="utf-8"?>
<p:tagLst xmlns:a="http://schemas.openxmlformats.org/drawingml/2006/main" xmlns:r="http://schemas.openxmlformats.org/officeDocument/2006/relationships" xmlns:p="http://schemas.openxmlformats.org/presentationml/2006/main">
  <p:tag name="KSO_WM_FIGMA_DECORATION_INDEX" val="7"/>
  <p:tag name="$PH_EXT" val="1"/>
  <p:tag name="KSO_WM_BEAUTIFY_FLAG" val="#fgm#"/>
  <p:tag name="KSO_WM_DIAGRAM_GROUP_CODE" val="1"/>
  <p:tag name="KSO_WM_FIGMA_FLAG" val="#fgm#"/>
  <p:tag name="KSO_WM_UNIT_INDEX" val="1_1_1"/>
  <p:tag name="KSO_WM_UNIT_TYPE" val="l_h_x"/>
</p:tagLst>
</file>

<file path=ppt/tags/tag173.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Lst>
</file>

<file path=ppt/tags/tag174.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f"/>
</p:tagLst>
</file>

<file path=ppt/tags/tag175.xml><?xml version="1.0" encoding="utf-8"?>
<p:tagLst xmlns:a="http://schemas.openxmlformats.org/drawingml/2006/main" xmlns:r="http://schemas.openxmlformats.org/officeDocument/2006/relationships" xmlns:p="http://schemas.openxmlformats.org/presentationml/2006/main">
  <p:tag name="KSO_WM_FIGMA_DECORATION_INDEX" val="16"/>
  <p:tag name="$PH_EXT" val="2"/>
  <p:tag name="KSO_WM_BEAUTIFY_FLAG" val="#fgm#"/>
  <p:tag name="KSO_WM_DIAGRAM_GROUP_CODE" val="1"/>
  <p:tag name="KSO_WM_FIGMA_FLAG" val="#fgm#"/>
  <p:tag name="KSO_WM_SYNC_SLIDE_TEXT" val="1"/>
  <p:tag name="KSO_WM_UNIT_INDEX" val="1_2_1"/>
  <p:tag name="KSO_WM_UNIT_TYPE" val="l_h_i"/>
</p:tagLst>
</file>

<file path=ppt/tags/tag176.xml><?xml version="1.0" encoding="utf-8"?>
<p:tagLst xmlns:a="http://schemas.openxmlformats.org/drawingml/2006/main" xmlns:r="http://schemas.openxmlformats.org/officeDocument/2006/relationships" xmlns:p="http://schemas.openxmlformats.org/presentationml/2006/main">
  <p:tag name="KSO_WM_FIGMA_DECORATION_INDEX" val="8"/>
  <p:tag name="$PH_EXT" val="1"/>
  <p:tag name="KSO_WM_BEAUTIFY_FLAG" val="#fgm#"/>
  <p:tag name="KSO_WM_DIAGRAM_GROUP_CODE" val="1"/>
  <p:tag name="KSO_WM_FIGMA_FLAG" val="#fgm#"/>
  <p:tag name="KSO_WM_UNIT_INDEX" val="1_2_1"/>
  <p:tag name="KSO_WM_UNIT_TYPE" val="l_h_x"/>
</p:tagLst>
</file>

<file path=ppt/tags/tag177.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a"/>
</p:tagLst>
</file>

<file path=ppt/tags/tag178.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f"/>
</p:tagLst>
</file>

<file path=ppt/tags/tag179.xml><?xml version="1.0" encoding="utf-8"?>
<p:tagLst xmlns:a="http://schemas.openxmlformats.org/drawingml/2006/main" xmlns:r="http://schemas.openxmlformats.org/officeDocument/2006/relationships" xmlns:p="http://schemas.openxmlformats.org/presentationml/2006/main">
  <p:tag name="KSO_WM_FIGMA_DECORATION_INDEX" val="16"/>
  <p:tag name="$PH_EXT" val="2"/>
  <p:tag name="KSO_WM_BEAUTIFY_FLAG" val="#fgm#"/>
  <p:tag name="KSO_WM_DIAGRAM_GROUP_CODE" val="1"/>
  <p:tag name="KSO_WM_FIGMA_FLAG" val="#fgm#"/>
  <p:tag name="KSO_WM_SYNC_SLIDE_TEXT" val="1"/>
  <p:tag name="KSO_WM_UNIT_INDEX" val="1_3_1"/>
  <p:tag name="KSO_WM_UNIT_TYPE" val="l_h_i"/>
</p:tagLst>
</file>

<file path=ppt/tags/tag180.xml><?xml version="1.0" encoding="utf-8"?>
<p:tagLst xmlns:a="http://schemas.openxmlformats.org/drawingml/2006/main" xmlns:r="http://schemas.openxmlformats.org/officeDocument/2006/relationships" xmlns:p="http://schemas.openxmlformats.org/presentationml/2006/main">
  <p:tag name="KSO_WM_FIGMA_DECORATION_INDEX" val="9"/>
  <p:tag name="$PH_EXT" val="1"/>
  <p:tag name="KSO_WM_BEAUTIFY_FLAG" val="#fgm#"/>
  <p:tag name="KSO_WM_DIAGRAM_GROUP_CODE" val="1"/>
  <p:tag name="KSO_WM_FIGMA_FLAG" val="#fgm#"/>
  <p:tag name="KSO_WM_UNIT_INDEX" val="1_3_1"/>
  <p:tag name="KSO_WM_UNIT_TYPE" val="l_h_x"/>
</p:tagLst>
</file>

<file path=ppt/tags/tag181.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a"/>
</p:tagLst>
</file>

<file path=ppt/tags/tag182.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f"/>
</p:tagLst>
</file>

<file path=ppt/tags/tag183.xml><?xml version="1.0" encoding="utf-8"?>
<p:tagLst xmlns:a="http://schemas.openxmlformats.org/drawingml/2006/main" xmlns:r="http://schemas.openxmlformats.org/officeDocument/2006/relationships"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1006"/>
  <p:tag name="KSO_WM_TEMPLATE_CATEGORY" val="custom"/>
</p:tagLst>
</file>

<file path=ppt/tags/tag184.xml><?xml version="1.0" encoding="utf-8"?>
<p:tagLst xmlns:a="http://schemas.openxmlformats.org/drawingml/2006/main" xmlns:r="http://schemas.openxmlformats.org/officeDocument/2006/relationships"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1006"/>
  <p:tag name="KSO_WM_TEMPLATE_CATEGORY" val="custom"/>
</p:tagLst>
</file>

<file path=ppt/tags/tag185.xml><?xml version="1.0" encoding="utf-8"?>
<p:tagLst xmlns:a="http://schemas.openxmlformats.org/drawingml/2006/main" xmlns:r="http://schemas.openxmlformats.org/officeDocument/2006/relationships"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1006"/>
  <p:tag name="KSO_WM_TEMPLATE_CATEGORY" val="custom"/>
</p:tagLst>
</file>

<file path=ppt/tags/tag186.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715d78c26775a95d9ebca37cbded5a9712aca0ec"/>
  <p:tag name="KSO_WM_NEWLAYOUT_GROUP_ID" val="layout_10012"/>
  <p:tag name="KSO_WM_NEWLAYOUT_ID" val="slide_ed19c0db6ed585c4"/>
</p:tagLst>
</file>

<file path=ppt/tags/tag187.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d"/>
</p:tagLst>
</file>

<file path=ppt/tags/tag188.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Lst>
</file>

<file path=ppt/tags/tag189.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f"/>
</p:tagLst>
</file>

<file path=ppt/tags/tag190.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a"/>
</p:tagLst>
</file>

<file path=ppt/tags/tag191.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f"/>
</p:tagLst>
</file>

<file path=ppt/tags/tag192.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a"/>
</p:tagLst>
</file>

<file path=ppt/tags/tag193.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f"/>
</p:tagLst>
</file>

<file path=ppt/tags/tag194.xml><?xml version="1.0" encoding="utf-8"?>
<p:tagLst xmlns:a="http://schemas.openxmlformats.org/drawingml/2006/main" xmlns:r="http://schemas.openxmlformats.org/officeDocument/2006/relationships"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1006"/>
  <p:tag name="KSO_WM_TEMPLATE_CATEGORY" val="custom"/>
</p:tagLst>
</file>

<file path=ppt/tags/tag195.xml><?xml version="1.0" encoding="utf-8"?>
<p:tagLst xmlns:a="http://schemas.openxmlformats.org/drawingml/2006/main" xmlns:r="http://schemas.openxmlformats.org/officeDocument/2006/relationships"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1006"/>
  <p:tag name="KSO_WM_TEMPLATE_CATEGORY" val="custom"/>
</p:tagLst>
</file>

<file path=ppt/tags/tag196.xml><?xml version="1.0" encoding="utf-8"?>
<p:tagLst xmlns:a="http://schemas.openxmlformats.org/drawingml/2006/main" xmlns:r="http://schemas.openxmlformats.org/officeDocument/2006/relationships"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1006"/>
  <p:tag name="KSO_WM_TEMPLATE_CATEGORY" val="custom"/>
</p:tagLst>
</file>

<file path=ppt/tags/tag197.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1eaf2f813341cdb8953624392a2d889560b252a7"/>
  <p:tag name="KSO_WM_NEWLAYOUT_GROUP_ID" val="layout_32"/>
  <p:tag name="KSO_WM_NEWLAYOUT_ID" val="slide_92bfffc2948dacf4"/>
</p:tagLst>
</file>

<file path=ppt/tags/tag198.xml><?xml version="1.0" encoding="utf-8"?>
<p:tagLst xmlns:a="http://schemas.openxmlformats.org/drawingml/2006/main" xmlns:r="http://schemas.openxmlformats.org/officeDocument/2006/relationships" xmlns:p="http://schemas.openxmlformats.org/presentationml/2006/main">
  <p:tag name="KSO_WM_FIGMA_DECORATION_INDEX" val="18"/>
  <p:tag name="$PH_EXT" val="2"/>
  <p:tag name="KSO_WM_BEAUTIFY_FLAG" val="#fgm#"/>
  <p:tag name="KSO_WM_DIAGRAM_GROUP_CODE" val="1"/>
  <p:tag name="KSO_WM_FIGMA_FLAG" val="#fgm#"/>
  <p:tag name="KSO_WM_SHAPE_BGTYPE" val="dk2"/>
  <p:tag name="KSO_WM_SHAPE_BRIGHT_DATA" val="[{&quot;dk1&quot;:-60,&quot;dk2&quot;:-50,&quot;lt1&quot;:90,&quot;lt2&quot;:100},{&quot;dk1&quot;:-60,&quot;dk2&quot;:-50,&quot;lt1&quot;:90,&quot;lt2&quot;:100}]"/>
  <p:tag name="KSO_WM_SHAPE_UPDATE_BRIGHT" val="1"/>
  <p:tag name="KSO_WM_SYNC_SLIDE_TEXT" val="1"/>
  <p:tag name="KSO_WM_UNIT_INDEX" val="1_1_1"/>
  <p:tag name="KSO_WM_UNIT_TYPE" val="l_h_i"/>
</p:tagLst>
</file>

<file path=ppt/tags/tag199.xml><?xml version="1.0" encoding="utf-8"?>
<p:tagLst xmlns:a="http://schemas.openxmlformats.org/drawingml/2006/main" xmlns:r="http://schemas.openxmlformats.org/officeDocument/2006/relationships" xmlns:p="http://schemas.openxmlformats.org/presentationml/2006/main">
  <p:tag name="KSO_WM_FIGMA_DECORATION_INDEX" val="16"/>
  <p:tag name="$PH_EXT" val="2"/>
  <p:tag name="KSO_WM_BEAUTIFY_FLAG" val="#fgm#"/>
  <p:tag name="KSO_WM_DIAGRAM_GROUP_CODE" val="1"/>
  <p:tag name="KSO_WM_FIGMA_FLAG" val="#fgm#"/>
  <p:tag name="KSO_WM_SYNC_SLIDE_TEXT" val="1"/>
  <p:tag name="KSO_WM_UNIT_INDEX" val="1_1_2"/>
  <p:tag name="KSO_WM_UNIT_TYPE" val="l_h_i"/>
</p:tagLst>
</file>

<file path=ppt/tags/tag200.xml><?xml version="1.0" encoding="utf-8"?>
<p:tagLst xmlns:a="http://schemas.openxmlformats.org/drawingml/2006/main" xmlns:r="http://schemas.openxmlformats.org/officeDocument/2006/relationships" xmlns:p="http://schemas.openxmlformats.org/presentationml/2006/main">
  <p:tag name="KSO_WM_FIGMA_DECORATION_INDEX" val="7"/>
  <p:tag name="$PH_EXT" val="1"/>
  <p:tag name="KSO_WM_BEAUTIFY_FLAG" val="#fgm#"/>
  <p:tag name="KSO_WM_DIAGRAM_GROUP_CODE" val="1"/>
  <p:tag name="KSO_WM_FIGMA_FLAG" val="#fgm#"/>
  <p:tag name="KSO_WM_UNIT_INDEX" val="1_1_1"/>
  <p:tag name="KSO_WM_UNIT_TYPE" val="l_h_x"/>
</p:tagLst>
</file>

<file path=ppt/tags/tag201.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Lst>
</file>

<file path=ppt/tags/tag202.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f"/>
</p:tagLst>
</file>

<file path=ppt/tags/tag203.xml><?xml version="1.0" encoding="utf-8"?>
<p:tagLst xmlns:a="http://schemas.openxmlformats.org/drawingml/2006/main" xmlns:r="http://schemas.openxmlformats.org/officeDocument/2006/relationships" xmlns:p="http://schemas.openxmlformats.org/presentationml/2006/main">
  <p:tag name="KSO_WM_FIGMA_DECORATION_INDEX" val="17"/>
  <p:tag name="$PH_EXT" val="2"/>
  <p:tag name="KSO_WM_BEAUTIFY_FLAG" val="#fgm#"/>
  <p:tag name="KSO_WM_DIAGRAM_GROUP_CODE" val="1"/>
  <p:tag name="KSO_WM_FIGMA_FLAG" val="#fgm#"/>
  <p:tag name="KSO_WM_SYNC_SLIDE_TEXT" val="1"/>
  <p:tag name="KSO_WM_UNIT_INDEX" val="1_2_1"/>
  <p:tag name="KSO_WM_UNIT_TYPE" val="l_h_i"/>
</p:tagLst>
</file>

<file path=ppt/tags/tag204.xml><?xml version="1.0" encoding="utf-8"?>
<p:tagLst xmlns:a="http://schemas.openxmlformats.org/drawingml/2006/main" xmlns:r="http://schemas.openxmlformats.org/officeDocument/2006/relationships" xmlns:p="http://schemas.openxmlformats.org/presentationml/2006/main">
  <p:tag name="KSO_WM_FIGMA_DECORATION_INDEX" val="15"/>
  <p:tag name="$PH_EXT" val="2"/>
  <p:tag name="KSO_WM_BEAUTIFY_FLAG" val="#fgm#"/>
  <p:tag name="KSO_WM_DIAGRAM_GROUP_CODE" val="1"/>
  <p:tag name="KSO_WM_FIGMA_FLAG" val="#fgm#"/>
  <p:tag name="KSO_WM_SYNC_SLIDE_TEXT" val="1"/>
  <p:tag name="KSO_WM_UNIT_INDEX" val="1_2_2"/>
  <p:tag name="KSO_WM_UNIT_TYPE" val="l_h_i"/>
</p:tagLst>
</file>

<file path=ppt/tags/tag205.xml><?xml version="1.0" encoding="utf-8"?>
<p:tagLst xmlns:a="http://schemas.openxmlformats.org/drawingml/2006/main" xmlns:r="http://schemas.openxmlformats.org/officeDocument/2006/relationships" xmlns:p="http://schemas.openxmlformats.org/presentationml/2006/main">
  <p:tag name="KSO_WM_FIGMA_DECORATION_INDEX" val="2"/>
  <p:tag name="$PH_EXT" val="1"/>
  <p:tag name="KSO_WM_BEAUTIFY_FLAG" val="#fgm#"/>
  <p:tag name="KSO_WM_DIAGRAM_GROUP_CODE" val="1"/>
  <p:tag name="KSO_WM_FIGMA_FLAG" val="#fgm#"/>
  <p:tag name="KSO_WM_UNIT_INDEX" val="1_2_1"/>
  <p:tag name="KSO_WM_UNIT_TYPE" val="l_h_x"/>
</p:tagLst>
</file>

<file path=ppt/tags/tag206.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a"/>
</p:tagLst>
</file>

<file path=ppt/tags/tag207.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f"/>
</p:tagLst>
</file>

<file path=ppt/tags/tag208.xml><?xml version="1.0" encoding="utf-8"?>
<p:tagLst xmlns:a="http://schemas.openxmlformats.org/drawingml/2006/main" xmlns:r="http://schemas.openxmlformats.org/officeDocument/2006/relationships"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1006"/>
  <p:tag name="KSO_WM_TEMPLATE_CATEGORY" val="custom"/>
</p:tagLst>
</file>

<file path=ppt/tags/tag209.xml><?xml version="1.0" encoding="utf-8"?>
<p:tagLst xmlns:a="http://schemas.openxmlformats.org/drawingml/2006/main" xmlns:r="http://schemas.openxmlformats.org/officeDocument/2006/relationships"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1006"/>
  <p:tag name="KSO_WM_TEMPLATE_CATEGORY" val="custom"/>
</p:tagLst>
</file>

<file path=ppt/tags/tag210.xml><?xml version="1.0" encoding="utf-8"?>
<p:tagLst xmlns:a="http://schemas.openxmlformats.org/drawingml/2006/main" xmlns:r="http://schemas.openxmlformats.org/officeDocument/2006/relationships"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1006"/>
  <p:tag name="KSO_WM_TEMPLATE_CATEGORY" val="custom"/>
</p:tagLst>
</file>

<file path=ppt/tags/tag211.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76b304735aacf4b515220ecb3a03fc40674b193a"/>
  <p:tag name="KSO_WM_NEWLAYOUT_GROUP_ID" val="layout_6"/>
  <p:tag name="KSO_WM_NEWLAYOUT_ID" val="slide_20c7e24892b2d060"/>
</p:tagLst>
</file>

<file path=ppt/tags/tag212.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d"/>
</p:tagLst>
</file>

<file path=ppt/tags/tag213.xml><?xml version="1.0" encoding="utf-8"?>
<p:tagLst xmlns:a="http://schemas.openxmlformats.org/drawingml/2006/main" xmlns:r="http://schemas.openxmlformats.org/officeDocument/2006/relationships"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1_1"/>
  <p:tag name="KSO_WM_UNIT_TYPE" val="l_h_i"/>
</p:tagLst>
</file>

<file path=ppt/tags/tag214.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Lst>
</file>

<file path=ppt/tags/tag215.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f"/>
</p:tagLst>
</file>

<file path=ppt/tags/tag216.xml><?xml version="1.0" encoding="utf-8"?>
<p:tagLst xmlns:a="http://schemas.openxmlformats.org/drawingml/2006/main" xmlns:r="http://schemas.openxmlformats.org/officeDocument/2006/relationships"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2_1"/>
  <p:tag name="KSO_WM_UNIT_TYPE" val="l_h_i"/>
</p:tagLst>
</file>

<file path=ppt/tags/tag217.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a"/>
</p:tagLst>
</file>

<file path=ppt/tags/tag218.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f"/>
</p:tagLst>
</file>

<file path=ppt/tags/tag219.xml><?xml version="1.0" encoding="utf-8"?>
<p:tagLst xmlns:a="http://schemas.openxmlformats.org/drawingml/2006/main" xmlns:r="http://schemas.openxmlformats.org/officeDocument/2006/relationships"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3_1"/>
  <p:tag name="KSO_WM_UNIT_TYPE" val="l_h_i"/>
</p:tagLst>
</file>

<file path=ppt/tags/tag220.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a"/>
</p:tagLst>
</file>

<file path=ppt/tags/tag221.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f"/>
</p:tagLst>
</file>

<file path=ppt/tags/tag222.xml><?xml version="1.0" encoding="utf-8"?>
<p:tagLst xmlns:a="http://schemas.openxmlformats.org/drawingml/2006/main" xmlns:r="http://schemas.openxmlformats.org/officeDocument/2006/relationships"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1006"/>
  <p:tag name="KSO_WM_TEMPLATE_CATEGORY" val="custom"/>
</p:tagLst>
</file>

<file path=ppt/tags/tag223.xml><?xml version="1.0" encoding="utf-8"?>
<p:tagLst xmlns:a="http://schemas.openxmlformats.org/drawingml/2006/main" xmlns:r="http://schemas.openxmlformats.org/officeDocument/2006/relationships"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1006"/>
  <p:tag name="KSO_WM_TEMPLATE_CATEGORY" val="custom"/>
</p:tagLst>
</file>

<file path=ppt/tags/tag224.xml><?xml version="1.0" encoding="utf-8"?>
<p:tagLst xmlns:a="http://schemas.openxmlformats.org/drawingml/2006/main" xmlns:r="http://schemas.openxmlformats.org/officeDocument/2006/relationships"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1006"/>
  <p:tag name="KSO_WM_TEMPLATE_CATEGORY" val="custom"/>
</p:tagLst>
</file>

<file path=ppt/tags/tag225.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5d49a13c07907d9176632e3ed224e1be5500fdc7"/>
  <p:tag name="KSO_WM_NEWLAYOUT_GROUP_ID" val="layout_30"/>
  <p:tag name="KSO_WM_NEWLAYOUT_ID" val="slide_12c4e45e347f26ce"/>
</p:tagLst>
</file>

<file path=ppt/tags/tag226.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d"/>
</p:tagLst>
</file>

<file path=ppt/tags/tag227.xml><?xml version="1.0" encoding="utf-8"?>
<p:tagLst xmlns:a="http://schemas.openxmlformats.org/drawingml/2006/main" xmlns:r="http://schemas.openxmlformats.org/officeDocument/2006/relationships"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1_1"/>
  <p:tag name="KSO_WM_UNIT_TYPE" val="l_h_i"/>
</p:tagLst>
</file>

<file path=ppt/tags/tag228.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Lst>
</file>

<file path=ppt/tags/tag229.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f"/>
</p:tagLst>
</file>

<file path=ppt/tags/tag230.xml><?xml version="1.0" encoding="utf-8"?>
<p:tagLst xmlns:a="http://schemas.openxmlformats.org/drawingml/2006/main" xmlns:r="http://schemas.openxmlformats.org/officeDocument/2006/relationships"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2_1"/>
  <p:tag name="KSO_WM_UNIT_TYPE" val="l_h_i"/>
</p:tagLst>
</file>

<file path=ppt/tags/tag231.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a"/>
</p:tagLst>
</file>

<file path=ppt/tags/tag232.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f"/>
</p:tagLst>
</file>

<file path=ppt/tags/tag233.xml><?xml version="1.0" encoding="utf-8"?>
<p:tagLst xmlns:a="http://schemas.openxmlformats.org/drawingml/2006/main" xmlns:r="http://schemas.openxmlformats.org/officeDocument/2006/relationships"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3_1"/>
  <p:tag name="KSO_WM_UNIT_TYPE" val="l_h_i"/>
</p:tagLst>
</file>

<file path=ppt/tags/tag234.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a"/>
</p:tagLst>
</file>

<file path=ppt/tags/tag235.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f"/>
</p:tagLst>
</file>

<file path=ppt/tags/tag236.xml><?xml version="1.0" encoding="utf-8"?>
<p:tagLst xmlns:a="http://schemas.openxmlformats.org/drawingml/2006/main" xmlns:r="http://schemas.openxmlformats.org/officeDocument/2006/relationships"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1006"/>
  <p:tag name="KSO_WM_TEMPLATE_CATEGORY" val="custom"/>
</p:tagLst>
</file>

<file path=ppt/tags/tag237.xml><?xml version="1.0" encoding="utf-8"?>
<p:tagLst xmlns:a="http://schemas.openxmlformats.org/drawingml/2006/main" xmlns:r="http://schemas.openxmlformats.org/officeDocument/2006/relationships"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1006"/>
  <p:tag name="KSO_WM_TEMPLATE_CATEGORY" val="custom"/>
</p:tagLst>
</file>

<file path=ppt/tags/tag238.xml><?xml version="1.0" encoding="utf-8"?>
<p:tagLst xmlns:a="http://schemas.openxmlformats.org/drawingml/2006/main" xmlns:r="http://schemas.openxmlformats.org/officeDocument/2006/relationships"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1006"/>
  <p:tag name="KSO_WM_TEMPLATE_CATEGORY" val="custom"/>
</p:tagLst>
</file>

<file path=ppt/tags/tag239.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0413734f36727239c7692812b288607d16b9e7cd"/>
  <p:tag name="KSO_WM_NEWLAYOUT_GROUP_ID" val="layout_61"/>
  <p:tag name="KSO_WM_NEWLAYOUT_ID" val="slide_366fb304533f48a4"/>
</p:tagLst>
</file>

<file path=ppt/tags/tag240.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d"/>
</p:tagLst>
</file>

<file path=ppt/tags/tag241.xml><?xml version="1.0" encoding="utf-8"?>
<p:tagLst xmlns:a="http://schemas.openxmlformats.org/drawingml/2006/main" xmlns:r="http://schemas.openxmlformats.org/officeDocument/2006/relationships" xmlns:p="http://schemas.openxmlformats.org/presentationml/2006/main">
  <p:tag name="KSO_WM_FIGMA_DECORATION_INDEX" val="17_contentModel"/>
  <p:tag name="$PH_EXT" val="2"/>
  <p:tag name="KSO_WM_BEAUTIFY_FLAG" val="#fgm#"/>
  <p:tag name="KSO_WM_FIGMA_FLAG" val="#fgm#"/>
  <p:tag name="KSO_WM_SYNC_SLIDE_TEXT" val="1"/>
  <p:tag name="KSO_WM_UNIT_INDEX" val="1_1"/>
  <p:tag name="KSO_WM_UNIT_TYPE" val="l_i"/>
</p:tagLst>
</file>

<file path=ppt/tags/tag242.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Lst>
</file>

<file path=ppt/tags/tag243.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f"/>
</p:tagLst>
</file>

<file path=ppt/tags/tag244.xml><?xml version="1.0" encoding="utf-8"?>
<p:tagLst xmlns:a="http://schemas.openxmlformats.org/drawingml/2006/main" xmlns:r="http://schemas.openxmlformats.org/officeDocument/2006/relationships"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1006"/>
  <p:tag name="KSO_WM_TEMPLATE_CATEGORY" val="custom"/>
</p:tagLst>
</file>

<file path=ppt/tags/tag245.xml><?xml version="1.0" encoding="utf-8"?>
<p:tagLst xmlns:a="http://schemas.openxmlformats.org/drawingml/2006/main" xmlns:r="http://schemas.openxmlformats.org/officeDocument/2006/relationships"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1006"/>
  <p:tag name="KSO_WM_TEMPLATE_CATEGORY" val="custom"/>
</p:tagLst>
</file>

<file path=ppt/tags/tag246.xml><?xml version="1.0" encoding="utf-8"?>
<p:tagLst xmlns:a="http://schemas.openxmlformats.org/drawingml/2006/main" xmlns:r="http://schemas.openxmlformats.org/officeDocument/2006/relationships"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1006"/>
  <p:tag name="KSO_WM_TEMPLATE_CATEGORY" val="custom"/>
</p:tagLst>
</file>

<file path=ppt/tags/tag247.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0f985402fdb4ebbeddd81235d1a3059a6792d225"/>
  <p:tag name="KSO_WM_NEWLAYOUT_GROUP_ID" val="layout_10009"/>
  <p:tag name="KSO_WM_NEWLAYOUT_ID" val="slide_97a51ff2b1722ceb"/>
</p:tagLst>
</file>

<file path=ppt/tags/tag248.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d"/>
</p:tagLst>
</file>

<file path=ppt/tags/tag249.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Lst>
</file>

<file path=ppt/tags/tag250.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f"/>
</p:tagLst>
</file>

<file path=ppt/tags/tag251.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d"/>
</p:tagLst>
</file>

<file path=ppt/tags/tag252.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a"/>
</p:tagLst>
</file>

<file path=ppt/tags/tag253.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f"/>
</p:tagLst>
</file>

<file path=ppt/tags/tag254.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d"/>
</p:tagLst>
</file>

<file path=ppt/tags/tag255.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a"/>
</p:tagLst>
</file>

<file path=ppt/tags/tag256.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f"/>
</p:tagLst>
</file>

<file path=ppt/tags/tag257.xml><?xml version="1.0" encoding="utf-8"?>
<p:tagLst xmlns:a="http://schemas.openxmlformats.org/drawingml/2006/main" xmlns:r="http://schemas.openxmlformats.org/officeDocument/2006/relationships"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1006"/>
  <p:tag name="KSO_WM_TEMPLATE_CATEGORY" val="custom"/>
</p:tagLst>
</file>

<file path=ppt/tags/tag258.xml><?xml version="1.0" encoding="utf-8"?>
<p:tagLst xmlns:a="http://schemas.openxmlformats.org/drawingml/2006/main" xmlns:r="http://schemas.openxmlformats.org/officeDocument/2006/relationships"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1006"/>
  <p:tag name="KSO_WM_TEMPLATE_CATEGORY" val="custom"/>
</p:tagLst>
</file>

<file path=ppt/tags/tag259.xml><?xml version="1.0" encoding="utf-8"?>
<p:tagLst xmlns:a="http://schemas.openxmlformats.org/drawingml/2006/main" xmlns:r="http://schemas.openxmlformats.org/officeDocument/2006/relationships"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1006"/>
  <p:tag name="KSO_WM_TEMPLATE_CATEGORY" val="custom"/>
</p:tagLst>
</file>

<file path=ppt/tags/tag260.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b10acc052a7fc8bc615826e7ccccc2ad0a4788b5"/>
  <p:tag name="KSO_WM_NEWLAYOUT_GROUP_ID" val="layout_27"/>
  <p:tag name="KSO_WM_NEWLAYOUT_ID" val="slide_bbec08b93f7bcfad"/>
</p:tagLst>
</file>

<file path=ppt/tags/tag261.xml><?xml version="1.0" encoding="utf-8"?>
<p:tagLst xmlns:a="http://schemas.openxmlformats.org/drawingml/2006/main" xmlns:r="http://schemas.openxmlformats.org/officeDocument/2006/relationships" xmlns:p="http://schemas.openxmlformats.org/presentationml/2006/main">
  <p:tag name="KSO_WM_FIGMA_DECORATION_INDEX" val="14"/>
  <p:tag name="$PH_EXT" val="2"/>
  <p:tag name="KSO_WM_BEAUTIFY_FLAG" val="#fgm#"/>
  <p:tag name="KSO_WM_DIAGRAM_GROUP_CODE" val="1"/>
  <p:tag name="KSO_WM_FIGMA_FLAG" val="#fgm#"/>
  <p:tag name="KSO_WM_SYNC_SLIDE_TEXT" val="1"/>
  <p:tag name="KSO_WM_UNIT_INDEX" val="1_1_1"/>
  <p:tag name="KSO_WM_UNIT_TYPE" val="l_h_i"/>
</p:tagLst>
</file>

<file path=ppt/tags/tag262.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2"/>
  <p:tag name="KSO_WM_UNIT_SUBTYPE" val="d"/>
  <p:tag name="KSO_WM_UNIT_TYPE" val="l_h_i"/>
</p:tagLst>
</file>

<file path=ppt/tags/tag263.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Lst>
</file>

<file path=ppt/tags/tag264.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f"/>
</p:tagLst>
</file>

<file path=ppt/tags/tag265.xml><?xml version="1.0" encoding="utf-8"?>
<p:tagLst xmlns:a="http://schemas.openxmlformats.org/drawingml/2006/main" xmlns:r="http://schemas.openxmlformats.org/officeDocument/2006/relationships" xmlns:p="http://schemas.openxmlformats.org/presentationml/2006/main">
  <p:tag name="KSO_WM_FIGMA_DECORATION_INDEX" val="14"/>
  <p:tag name="$PH_EXT" val="2"/>
  <p:tag name="KSO_WM_BEAUTIFY_FLAG" val="#fgm#"/>
  <p:tag name="KSO_WM_DIAGRAM_GROUP_CODE" val="1"/>
  <p:tag name="KSO_WM_FIGMA_FLAG" val="#fgm#"/>
  <p:tag name="KSO_WM_SYNC_SLIDE_TEXT" val="1"/>
  <p:tag name="KSO_WM_UNIT_INDEX" val="1_2_1"/>
  <p:tag name="KSO_WM_UNIT_TYPE" val="l_h_i"/>
</p:tagLst>
</file>

<file path=ppt/tags/tag266.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2"/>
  <p:tag name="KSO_WM_UNIT_SUBTYPE" val="d"/>
  <p:tag name="KSO_WM_UNIT_TYPE" val="l_h_i"/>
</p:tagLst>
</file>

<file path=ppt/tags/tag267.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a"/>
</p:tagLst>
</file>

<file path=ppt/tags/tag268.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f"/>
</p:tagLst>
</file>

<file path=ppt/tags/tag269.xml><?xml version="1.0" encoding="utf-8"?>
<p:tagLst xmlns:a="http://schemas.openxmlformats.org/drawingml/2006/main" xmlns:r="http://schemas.openxmlformats.org/officeDocument/2006/relationships" xmlns:p="http://schemas.openxmlformats.org/presentationml/2006/main">
  <p:tag name="KSO_WM_FIGMA_DECORATION_INDEX" val="14"/>
  <p:tag name="$PH_EXT" val="2"/>
  <p:tag name="KSO_WM_BEAUTIFY_FLAG" val="#fgm#"/>
  <p:tag name="KSO_WM_DIAGRAM_GROUP_CODE" val="1"/>
  <p:tag name="KSO_WM_FIGMA_FLAG" val="#fgm#"/>
  <p:tag name="KSO_WM_SYNC_SLIDE_TEXT" val="1"/>
  <p:tag name="KSO_WM_UNIT_INDEX" val="1_3_1"/>
  <p:tag name="KSO_WM_UNIT_TYPE" val="l_h_i"/>
</p:tagLst>
</file>

<file path=ppt/tags/tag270.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2"/>
  <p:tag name="KSO_WM_UNIT_SUBTYPE" val="d"/>
  <p:tag name="KSO_WM_UNIT_TYPE" val="l_h_i"/>
</p:tagLst>
</file>

<file path=ppt/tags/tag271.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a"/>
</p:tagLst>
</file>

<file path=ppt/tags/tag272.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f"/>
</p:tagLst>
</file>

<file path=ppt/tags/tag273.xml><?xml version="1.0" encoding="utf-8"?>
<p:tagLst xmlns:a="http://schemas.openxmlformats.org/drawingml/2006/main" xmlns:r="http://schemas.openxmlformats.org/officeDocument/2006/relationships"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1006"/>
  <p:tag name="KSO_WM_TEMPLATE_CATEGORY" val="custom"/>
</p:tagLst>
</file>

<file path=ppt/tags/tag274.xml><?xml version="1.0" encoding="utf-8"?>
<p:tagLst xmlns:a="http://schemas.openxmlformats.org/drawingml/2006/main" xmlns:r="http://schemas.openxmlformats.org/officeDocument/2006/relationships"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1006"/>
  <p:tag name="KSO_WM_TEMPLATE_CATEGORY" val="custom"/>
</p:tagLst>
</file>

<file path=ppt/tags/tag275.xml><?xml version="1.0" encoding="utf-8"?>
<p:tagLst xmlns:a="http://schemas.openxmlformats.org/drawingml/2006/main" xmlns:r="http://schemas.openxmlformats.org/officeDocument/2006/relationships"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1006"/>
  <p:tag name="KSO_WM_TEMPLATE_CATEGORY" val="custom"/>
</p:tagLst>
</file>

<file path=ppt/tags/tag276.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f2eae2eed9e4ad31a1b6cb6cd17e23d3455331fb"/>
  <p:tag name="KSO_WM_NEWLAYOUT_GROUP_ID" val="layout_6"/>
  <p:tag name="KSO_WM_NEWLAYOUT_ID" val="slide_a9b8dd85d7f4ac41"/>
</p:tagLst>
</file>

<file path=ppt/tags/tag277.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d"/>
</p:tagLst>
</file>

<file path=ppt/tags/tag278.xml><?xml version="1.0" encoding="utf-8"?>
<p:tagLst xmlns:a="http://schemas.openxmlformats.org/drawingml/2006/main" xmlns:r="http://schemas.openxmlformats.org/officeDocument/2006/relationships"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1_1"/>
  <p:tag name="KSO_WM_UNIT_TYPE" val="l_h_i"/>
</p:tagLst>
</file>

<file path=ppt/tags/tag279.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Lst>
</file>

<file path=ppt/tags/tag280.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f"/>
</p:tagLst>
</file>

<file path=ppt/tags/tag281.xml><?xml version="1.0" encoding="utf-8"?>
<p:tagLst xmlns:a="http://schemas.openxmlformats.org/drawingml/2006/main" xmlns:r="http://schemas.openxmlformats.org/officeDocument/2006/relationships"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2_1"/>
  <p:tag name="KSO_WM_UNIT_TYPE" val="l_h_i"/>
</p:tagLst>
</file>

<file path=ppt/tags/tag282.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a"/>
</p:tagLst>
</file>

<file path=ppt/tags/tag283.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f"/>
</p:tagLst>
</file>

<file path=ppt/tags/tag284.xml><?xml version="1.0" encoding="utf-8"?>
<p:tagLst xmlns:a="http://schemas.openxmlformats.org/drawingml/2006/main" xmlns:r="http://schemas.openxmlformats.org/officeDocument/2006/relationships"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3_1"/>
  <p:tag name="KSO_WM_UNIT_TYPE" val="l_h_i"/>
</p:tagLst>
</file>

<file path=ppt/tags/tag285.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a"/>
</p:tagLst>
</file>

<file path=ppt/tags/tag286.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f"/>
</p:tagLst>
</file>

<file path=ppt/tags/tag287.xml><?xml version="1.0" encoding="utf-8"?>
<p:tagLst xmlns:a="http://schemas.openxmlformats.org/drawingml/2006/main" xmlns:r="http://schemas.openxmlformats.org/officeDocument/2006/relationships"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1006"/>
  <p:tag name="KSO_WM_TEMPLATE_CATEGORY" val="custom"/>
</p:tagLst>
</file>

<file path=ppt/tags/tag288.xml><?xml version="1.0" encoding="utf-8"?>
<p:tagLst xmlns:a="http://schemas.openxmlformats.org/drawingml/2006/main" xmlns:r="http://schemas.openxmlformats.org/officeDocument/2006/relationships"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1006"/>
  <p:tag name="KSO_WM_TEMPLATE_CATEGORY" val="custom"/>
</p:tagLst>
</file>

<file path=ppt/tags/tag289.xml><?xml version="1.0" encoding="utf-8"?>
<p:tagLst xmlns:a="http://schemas.openxmlformats.org/drawingml/2006/main" xmlns:r="http://schemas.openxmlformats.org/officeDocument/2006/relationships"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1006"/>
  <p:tag name="KSO_WM_TEMPLATE_CATEGORY" val="custom"/>
</p:tagLst>
</file>

<file path=ppt/tags/tag290.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90e3859f78591b7fd6925eb5aac6b582fba64c83"/>
  <p:tag name="KSO_WM_NEWLAYOUT_GROUP_ID" val="layout_35"/>
  <p:tag name="KSO_WM_NEWLAYOUT_ID" val="slide_3a8d68c4cb9e2e1d"/>
</p:tagLst>
</file>

<file path=ppt/tags/tag291.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2"/>
  <p:tag name="KSO_WM_UNIT_SUBTYPE" val="d"/>
  <p:tag name="KSO_WM_UNIT_TYPE" val="l_h_i"/>
</p:tagLst>
</file>

<file path=ppt/tags/tag292.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Lst>
</file>

<file path=ppt/tags/tag293.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f"/>
</p:tagLst>
</file>

<file path=ppt/tags/tag294.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2"/>
  <p:tag name="KSO_WM_UNIT_SUBTYPE" val="d"/>
  <p:tag name="KSO_WM_UNIT_TYPE" val="l_h_i"/>
</p:tagLst>
</file>

<file path=ppt/tags/tag295.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a"/>
</p:tagLst>
</file>

<file path=ppt/tags/tag296.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f"/>
</p:tagLst>
</file>

<file path=ppt/tags/tag297.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2"/>
  <p:tag name="KSO_WM_UNIT_SUBTYPE" val="d"/>
  <p:tag name="KSO_WM_UNIT_TYPE" val="l_h_i"/>
</p:tagLst>
</file>

<file path=ppt/tags/tag298.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a"/>
</p:tagLst>
</file>

<file path=ppt/tags/tag299.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f"/>
</p:tagLst>
</file>

<file path=ppt/tags/tag300.xml><?xml version="1.0" encoding="utf-8"?>
<p:tagLst xmlns:a="http://schemas.openxmlformats.org/drawingml/2006/main" xmlns:r="http://schemas.openxmlformats.org/officeDocument/2006/relationships"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1006"/>
  <p:tag name="KSO_WM_TEMPLATE_CATEGORY" val="custom"/>
</p:tagLst>
</file>

<file path=ppt/tags/tag301.xml><?xml version="1.0" encoding="utf-8"?>
<p:tagLst xmlns:a="http://schemas.openxmlformats.org/drawingml/2006/main" xmlns:r="http://schemas.openxmlformats.org/officeDocument/2006/relationships"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1006"/>
  <p:tag name="KSO_WM_TEMPLATE_CATEGORY" val="custom"/>
</p:tagLst>
</file>

<file path=ppt/tags/tag302.xml><?xml version="1.0" encoding="utf-8"?>
<p:tagLst xmlns:a="http://schemas.openxmlformats.org/drawingml/2006/main" xmlns:r="http://schemas.openxmlformats.org/officeDocument/2006/relationships"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1006"/>
  <p:tag name="KSO_WM_TEMPLATE_CATEGORY" val="custom"/>
</p:tagLst>
</file>

<file path=ppt/tags/tag303.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752cde521cfd9c99f5aae57fc679607e00de8f8a"/>
  <p:tag name="KSO_WM_NEWLAYOUT_GROUP_ID" val="layout_30"/>
  <p:tag name="KSO_WM_NEWLAYOUT_ID" val="slide_b85ad00453087974"/>
</p:tagLst>
</file>

<file path=ppt/tags/tag304.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d"/>
</p:tagLst>
</file>

<file path=ppt/tags/tag305.xml><?xml version="1.0" encoding="utf-8"?>
<p:tagLst xmlns:a="http://schemas.openxmlformats.org/drawingml/2006/main" xmlns:r="http://schemas.openxmlformats.org/officeDocument/2006/relationships"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1_1"/>
  <p:tag name="KSO_WM_UNIT_TYPE" val="l_h_i"/>
</p:tagLst>
</file>

<file path=ppt/tags/tag306.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Lst>
</file>

<file path=ppt/tags/tag307.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f"/>
</p:tagLst>
</file>

<file path=ppt/tags/tag308.xml><?xml version="1.0" encoding="utf-8"?>
<p:tagLst xmlns:a="http://schemas.openxmlformats.org/drawingml/2006/main" xmlns:r="http://schemas.openxmlformats.org/officeDocument/2006/relationships"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2_1"/>
  <p:tag name="KSO_WM_UNIT_TYPE" val="l_h_i"/>
</p:tagLst>
</file>

<file path=ppt/tags/tag309.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a"/>
</p:tagLst>
</file>

<file path=ppt/tags/tag310.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f"/>
</p:tagLst>
</file>

<file path=ppt/tags/tag311.xml><?xml version="1.0" encoding="utf-8"?>
<p:tagLst xmlns:a="http://schemas.openxmlformats.org/drawingml/2006/main" xmlns:r="http://schemas.openxmlformats.org/officeDocument/2006/relationships"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3_1"/>
  <p:tag name="KSO_WM_UNIT_TYPE" val="l_h_i"/>
</p:tagLst>
</file>

<file path=ppt/tags/tag312.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a"/>
</p:tagLst>
</file>

<file path=ppt/tags/tag313.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f"/>
</p:tagLst>
</file>

<file path=ppt/tags/tag314.xml><?xml version="1.0" encoding="utf-8"?>
<p:tagLst xmlns:a="http://schemas.openxmlformats.org/drawingml/2006/main" xmlns:r="http://schemas.openxmlformats.org/officeDocument/2006/relationships"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1006"/>
  <p:tag name="KSO_WM_TEMPLATE_CATEGORY" val="custom"/>
</p:tagLst>
</file>

<file path=ppt/tags/tag315.xml><?xml version="1.0" encoding="utf-8"?>
<p:tagLst xmlns:a="http://schemas.openxmlformats.org/drawingml/2006/main" xmlns:r="http://schemas.openxmlformats.org/officeDocument/2006/relationships"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1006"/>
  <p:tag name="KSO_WM_TEMPLATE_CATEGORY" val="custom"/>
</p:tagLst>
</file>

<file path=ppt/tags/tag316.xml><?xml version="1.0" encoding="utf-8"?>
<p:tagLst xmlns:a="http://schemas.openxmlformats.org/drawingml/2006/main" xmlns:r="http://schemas.openxmlformats.org/officeDocument/2006/relationships"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1006"/>
  <p:tag name="KSO_WM_TEMPLATE_CATEGORY" val="custom"/>
</p:tagLst>
</file>

<file path=ppt/tags/tag317.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22996917b5437de71c7df1979ad284f062372223"/>
  <p:tag name="KSO_WM_NEWLAYOUT_GROUP_ID" val="layout_42"/>
  <p:tag name="KSO_WM_NEWLAYOUT_ID" val="slide_ac4b0bf6829f37b8"/>
</p:tagLst>
</file>

<file path=ppt/tags/tag318.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d"/>
</p:tagLst>
</file>

<file path=ppt/tags/tag319.xml><?xml version="1.0" encoding="utf-8"?>
<p:tagLst xmlns:a="http://schemas.openxmlformats.org/drawingml/2006/main" xmlns:r="http://schemas.openxmlformats.org/officeDocument/2006/relationships"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1_1"/>
  <p:tag name="KSO_WM_UNIT_TYPE" val="l_h_i"/>
</p:tagLst>
</file>

<file path=ppt/tags/tag320.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Lst>
</file>

<file path=ppt/tags/tag321.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f"/>
</p:tagLst>
</file>

<file path=ppt/tags/tag322.xml><?xml version="1.0" encoding="utf-8"?>
<p:tagLst xmlns:a="http://schemas.openxmlformats.org/drawingml/2006/main" xmlns:r="http://schemas.openxmlformats.org/officeDocument/2006/relationships"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1006"/>
  <p:tag name="KSO_WM_TEMPLATE_CATEGORY" val="custom"/>
</p:tagLst>
</file>

<file path=ppt/tags/tag323.xml><?xml version="1.0" encoding="utf-8"?>
<p:tagLst xmlns:a="http://schemas.openxmlformats.org/drawingml/2006/main" xmlns:r="http://schemas.openxmlformats.org/officeDocument/2006/relationships"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1006"/>
  <p:tag name="KSO_WM_TEMPLATE_CATEGORY" val="custom"/>
</p:tagLst>
</file>

<file path=ppt/tags/tag324.xml><?xml version="1.0" encoding="utf-8"?>
<p:tagLst xmlns:a="http://schemas.openxmlformats.org/drawingml/2006/main" xmlns:r="http://schemas.openxmlformats.org/officeDocument/2006/relationships"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1006"/>
  <p:tag name="KSO_WM_TEMPLATE_CATEGORY" val="custom"/>
</p:tagLst>
</file>

<file path=ppt/tags/tag325.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51319cf0e1026edecab02dd273e64b3341e2b840"/>
  <p:tag name="KSO_WM_NEWLAYOUT_GROUP_ID" val="layout_34"/>
  <p:tag name="KSO_WM_NEWLAYOUT_ID" val="slide_4acdb5d565d7a68b"/>
</p:tagLst>
</file>

<file path=ppt/tags/tag326.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d"/>
</p:tagLst>
</file>

<file path=ppt/tags/tag327.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Lst>
</file>

<file path=ppt/tags/tag328.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f"/>
</p:tagLst>
</file>

<file path=ppt/tags/tag329.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d"/>
</p:tagLst>
</file>

<file path=ppt/tags/tag330.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a"/>
</p:tagLst>
</file>

<file path=ppt/tags/tag331.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f"/>
</p:tagLst>
</file>

<file path=ppt/tags/tag332.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d"/>
</p:tagLst>
</file>

<file path=ppt/tags/tag333.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a"/>
</p:tagLst>
</file>

<file path=ppt/tags/tag334.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f"/>
</p:tagLst>
</file>

<file path=ppt/tags/tag335.xml><?xml version="1.0" encoding="utf-8"?>
<p:tagLst xmlns:a="http://schemas.openxmlformats.org/drawingml/2006/main" xmlns:r="http://schemas.openxmlformats.org/officeDocument/2006/relationships"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1006"/>
  <p:tag name="KSO_WM_TEMPLATE_CATEGORY" val="custom"/>
</p:tagLst>
</file>

<file path=ppt/tags/tag336.xml><?xml version="1.0" encoding="utf-8"?>
<p:tagLst xmlns:a="http://schemas.openxmlformats.org/drawingml/2006/main" xmlns:r="http://schemas.openxmlformats.org/officeDocument/2006/relationships"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1006"/>
  <p:tag name="KSO_WM_TEMPLATE_CATEGORY" val="custom"/>
</p:tagLst>
</file>

<file path=ppt/tags/tag337.xml><?xml version="1.0" encoding="utf-8"?>
<p:tagLst xmlns:a="http://schemas.openxmlformats.org/drawingml/2006/main" xmlns:r="http://schemas.openxmlformats.org/officeDocument/2006/relationships"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1006"/>
  <p:tag name="KSO_WM_TEMPLATE_CATEGORY" val="custom"/>
</p:tagLst>
</file>

<file path=ppt/tags/tag338.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0413d5ba277d13c4cab5ece026cc62ed61c444a7"/>
  <p:tag name="KSO_WM_NEWLAYOUT_GROUP_ID" val="layout_3"/>
  <p:tag name="KSO_WM_NEWLAYOUT_ID" val="slide_0576b72b971413eb"/>
</p:tagLst>
</file>

<file path=ppt/tags/tag339.xml><?xml version="1.0" encoding="utf-8"?>
<p:tagLst xmlns:a="http://schemas.openxmlformats.org/drawingml/2006/main" xmlns:r="http://schemas.openxmlformats.org/officeDocument/2006/relationships" xmlns:p="http://schemas.openxmlformats.org/presentationml/2006/main">
  <p:tag name="KSO_WM_FIGMA_DECORATION_INDEX" val="16"/>
  <p:tag name="$PH_EXT" val="2"/>
  <p:tag name="KSO_WM_BEAUTIFY_FLAG" val="#fgm#"/>
  <p:tag name="KSO_WM_DIAGRAM_GROUP_CODE" val="1"/>
  <p:tag name="KSO_WM_FIGMA_FLAG" val="#fgm#"/>
  <p:tag name="KSO_WM_SYNC_SLIDE_TEXT" val="1"/>
  <p:tag name="KSO_WM_UNIT_INDEX" val="1_1_1"/>
  <p:tag name="KSO_WM_UNIT_TYPE" val="l_h_i"/>
</p:tagLst>
</file>

<file path=ppt/tags/tag340.xml><?xml version="1.0" encoding="utf-8"?>
<p:tagLst xmlns:a="http://schemas.openxmlformats.org/drawingml/2006/main" xmlns:r="http://schemas.openxmlformats.org/officeDocument/2006/relationships" xmlns:p="http://schemas.openxmlformats.org/presentationml/2006/main">
  <p:tag name="KSO_WM_FIGMA_DECORATION_INDEX" val="7"/>
  <p:tag name="$PH_EXT" val="1"/>
  <p:tag name="KSO_WM_BEAUTIFY_FLAG" val="#fgm#"/>
  <p:tag name="KSO_WM_DIAGRAM_GROUP_CODE" val="1"/>
  <p:tag name="KSO_WM_FIGMA_FLAG" val="#fgm#"/>
  <p:tag name="KSO_WM_UNIT_INDEX" val="1_1_1"/>
  <p:tag name="KSO_WM_UNIT_TYPE" val="l_h_x"/>
</p:tagLst>
</file>

<file path=ppt/tags/tag341.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Lst>
</file>

<file path=ppt/tags/tag342.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f"/>
</p:tagLst>
</file>

<file path=ppt/tags/tag343.xml><?xml version="1.0" encoding="utf-8"?>
<p:tagLst xmlns:a="http://schemas.openxmlformats.org/drawingml/2006/main" xmlns:r="http://schemas.openxmlformats.org/officeDocument/2006/relationships" xmlns:p="http://schemas.openxmlformats.org/presentationml/2006/main">
  <p:tag name="KSO_WM_FIGMA_DECORATION_INDEX" val="16"/>
  <p:tag name="$PH_EXT" val="2"/>
  <p:tag name="KSO_WM_BEAUTIFY_FLAG" val="#fgm#"/>
  <p:tag name="KSO_WM_DIAGRAM_GROUP_CODE" val="1"/>
  <p:tag name="KSO_WM_FIGMA_FLAG" val="#fgm#"/>
  <p:tag name="KSO_WM_SYNC_SLIDE_TEXT" val="1"/>
  <p:tag name="KSO_WM_UNIT_INDEX" val="1_2_1"/>
  <p:tag name="KSO_WM_UNIT_TYPE" val="l_h_i"/>
</p:tagLst>
</file>

<file path=ppt/tags/tag344.xml><?xml version="1.0" encoding="utf-8"?>
<p:tagLst xmlns:a="http://schemas.openxmlformats.org/drawingml/2006/main" xmlns:r="http://schemas.openxmlformats.org/officeDocument/2006/relationships" xmlns:p="http://schemas.openxmlformats.org/presentationml/2006/main">
  <p:tag name="KSO_WM_FIGMA_DECORATION_INDEX" val="8"/>
  <p:tag name="$PH_EXT" val="1"/>
  <p:tag name="KSO_WM_BEAUTIFY_FLAG" val="#fgm#"/>
  <p:tag name="KSO_WM_DIAGRAM_GROUP_CODE" val="1"/>
  <p:tag name="KSO_WM_FIGMA_FLAG" val="#fgm#"/>
  <p:tag name="KSO_WM_UNIT_INDEX" val="1_2_1"/>
  <p:tag name="KSO_WM_UNIT_TYPE" val="l_h_x"/>
</p:tagLst>
</file>

<file path=ppt/tags/tag345.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a"/>
</p:tagLst>
</file>

<file path=ppt/tags/tag346.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f"/>
</p:tagLst>
</file>

<file path=ppt/tags/tag347.xml><?xml version="1.0" encoding="utf-8"?>
<p:tagLst xmlns:a="http://schemas.openxmlformats.org/drawingml/2006/main" xmlns:r="http://schemas.openxmlformats.org/officeDocument/2006/relationships" xmlns:p="http://schemas.openxmlformats.org/presentationml/2006/main">
  <p:tag name="KSO_WM_FIGMA_DECORATION_INDEX" val="16"/>
  <p:tag name="$PH_EXT" val="2"/>
  <p:tag name="KSO_WM_BEAUTIFY_FLAG" val="#fgm#"/>
  <p:tag name="KSO_WM_DIAGRAM_GROUP_CODE" val="1"/>
  <p:tag name="KSO_WM_FIGMA_FLAG" val="#fgm#"/>
  <p:tag name="KSO_WM_SYNC_SLIDE_TEXT" val="1"/>
  <p:tag name="KSO_WM_UNIT_INDEX" val="1_3_1"/>
  <p:tag name="KSO_WM_UNIT_TYPE" val="l_h_i"/>
</p:tagLst>
</file>

<file path=ppt/tags/tag348.xml><?xml version="1.0" encoding="utf-8"?>
<p:tagLst xmlns:a="http://schemas.openxmlformats.org/drawingml/2006/main" xmlns:r="http://schemas.openxmlformats.org/officeDocument/2006/relationships" xmlns:p="http://schemas.openxmlformats.org/presentationml/2006/main">
  <p:tag name="KSO_WM_FIGMA_DECORATION_INDEX" val="9"/>
  <p:tag name="$PH_EXT" val="1"/>
  <p:tag name="KSO_WM_BEAUTIFY_FLAG" val="#fgm#"/>
  <p:tag name="KSO_WM_DIAGRAM_GROUP_CODE" val="1"/>
  <p:tag name="KSO_WM_FIGMA_FLAG" val="#fgm#"/>
  <p:tag name="KSO_WM_UNIT_INDEX" val="1_3_1"/>
  <p:tag name="KSO_WM_UNIT_TYPE" val="l_h_x"/>
</p:tagLst>
</file>

<file path=ppt/tags/tag349.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a"/>
</p:tagLst>
</file>

<file path=ppt/tags/tag350.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f"/>
</p:tagLst>
</file>

<file path=ppt/tags/tag351.xml><?xml version="1.0" encoding="utf-8"?>
<p:tagLst xmlns:a="http://schemas.openxmlformats.org/drawingml/2006/main" xmlns:r="http://schemas.openxmlformats.org/officeDocument/2006/relationships"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1006"/>
  <p:tag name="KSO_WM_TEMPLATE_CATEGORY" val="custom"/>
</p:tagLst>
</file>

<file path=ppt/tags/tag352.xml><?xml version="1.0" encoding="utf-8"?>
<p:tagLst xmlns:a="http://schemas.openxmlformats.org/drawingml/2006/main" xmlns:r="http://schemas.openxmlformats.org/officeDocument/2006/relationships"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1006"/>
  <p:tag name="KSO_WM_TEMPLATE_CATEGORY" val="custom"/>
</p:tagLst>
</file>

<file path=ppt/tags/tag353.xml><?xml version="1.0" encoding="utf-8"?>
<p:tagLst xmlns:a="http://schemas.openxmlformats.org/drawingml/2006/main" xmlns:r="http://schemas.openxmlformats.org/officeDocument/2006/relationships"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1006"/>
  <p:tag name="KSO_WM_TEMPLATE_CATEGORY" val="custom"/>
</p:tagLst>
</file>

<file path=ppt/tags/tag354.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715d78c26775a95d9ebca37cbded5a9712aca0ec"/>
  <p:tag name="KSO_WM_NEWLAYOUT_GROUP_ID" val="layout_10012"/>
  <p:tag name="KSO_WM_NEWLAYOUT_ID" val="slide_ed19c0db6ed585c4"/>
</p:tagLst>
</file>

<file path=ppt/tags/tag355.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d"/>
</p:tagLst>
</file>

<file path=ppt/tags/tag356.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Lst>
</file>

<file path=ppt/tags/tag357.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f"/>
</p:tagLst>
</file>

<file path=ppt/tags/tag358.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a"/>
</p:tagLst>
</file>

<file path=ppt/tags/tag359.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f"/>
</p:tagLst>
</file>

<file path=ppt/tags/tag360.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a"/>
</p:tagLst>
</file>

<file path=ppt/tags/tag361.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f"/>
</p:tagLst>
</file>

<file path=ppt/tags/tag362.xml><?xml version="1.0" encoding="utf-8"?>
<p:tagLst xmlns:a="http://schemas.openxmlformats.org/drawingml/2006/main" xmlns:r="http://schemas.openxmlformats.org/officeDocument/2006/relationships"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1006"/>
  <p:tag name="KSO_WM_TEMPLATE_CATEGORY" val="custom"/>
</p:tagLst>
</file>

<file path=ppt/tags/tag363.xml><?xml version="1.0" encoding="utf-8"?>
<p:tagLst xmlns:a="http://schemas.openxmlformats.org/drawingml/2006/main" xmlns:r="http://schemas.openxmlformats.org/officeDocument/2006/relationships"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1006"/>
  <p:tag name="KSO_WM_TEMPLATE_CATEGORY" val="custom"/>
</p:tagLst>
</file>

<file path=ppt/tags/tag364.xml><?xml version="1.0" encoding="utf-8"?>
<p:tagLst xmlns:a="http://schemas.openxmlformats.org/drawingml/2006/main" xmlns:r="http://schemas.openxmlformats.org/officeDocument/2006/relationships"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1006"/>
  <p:tag name="KSO_WM_TEMPLATE_CATEGORY" val="custom"/>
</p:tagLst>
</file>

<file path=ppt/tags/tag365.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b10acc052a7fc8bc615826e7ccccc2ad0a4788b5"/>
  <p:tag name="KSO_WM_NEWLAYOUT_GROUP_ID" val="layout_27"/>
  <p:tag name="KSO_WM_NEWLAYOUT_ID" val="slide_bbec08b93f7bcfad"/>
</p:tagLst>
</file>

<file path=ppt/tags/tag366.xml><?xml version="1.0" encoding="utf-8"?>
<p:tagLst xmlns:a="http://schemas.openxmlformats.org/drawingml/2006/main" xmlns:r="http://schemas.openxmlformats.org/officeDocument/2006/relationships" xmlns:p="http://schemas.openxmlformats.org/presentationml/2006/main">
  <p:tag name="KSO_WM_FIGMA_DECORATION_INDEX" val="14"/>
  <p:tag name="$PH_EXT" val="2"/>
  <p:tag name="KSO_WM_BEAUTIFY_FLAG" val="#fgm#"/>
  <p:tag name="KSO_WM_DIAGRAM_GROUP_CODE" val="1"/>
  <p:tag name="KSO_WM_FIGMA_FLAG" val="#fgm#"/>
  <p:tag name="KSO_WM_SYNC_SLIDE_TEXT" val="1"/>
  <p:tag name="KSO_WM_UNIT_INDEX" val="1_1_1"/>
  <p:tag name="KSO_WM_UNIT_TYPE" val="l_h_i"/>
</p:tagLst>
</file>

<file path=ppt/tags/tag367.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2"/>
  <p:tag name="KSO_WM_UNIT_SUBTYPE" val="d"/>
  <p:tag name="KSO_WM_UNIT_TYPE" val="l_h_i"/>
</p:tagLst>
</file>

<file path=ppt/tags/tag368.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Lst>
</file>

<file path=ppt/tags/tag369.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f"/>
</p:tagLst>
</file>

<file path=ppt/tags/tag370.xml><?xml version="1.0" encoding="utf-8"?>
<p:tagLst xmlns:a="http://schemas.openxmlformats.org/drawingml/2006/main" xmlns:r="http://schemas.openxmlformats.org/officeDocument/2006/relationships" xmlns:p="http://schemas.openxmlformats.org/presentationml/2006/main">
  <p:tag name="KSO_WM_FIGMA_DECORATION_INDEX" val="14"/>
  <p:tag name="$PH_EXT" val="2"/>
  <p:tag name="KSO_WM_BEAUTIFY_FLAG" val="#fgm#"/>
  <p:tag name="KSO_WM_DIAGRAM_GROUP_CODE" val="1"/>
  <p:tag name="KSO_WM_FIGMA_FLAG" val="#fgm#"/>
  <p:tag name="KSO_WM_SYNC_SLIDE_TEXT" val="1"/>
  <p:tag name="KSO_WM_UNIT_INDEX" val="1_2_1"/>
  <p:tag name="KSO_WM_UNIT_TYPE" val="l_h_i"/>
</p:tagLst>
</file>

<file path=ppt/tags/tag371.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2"/>
  <p:tag name="KSO_WM_UNIT_SUBTYPE" val="d"/>
  <p:tag name="KSO_WM_UNIT_TYPE" val="l_h_i"/>
</p:tagLst>
</file>

<file path=ppt/tags/tag372.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a"/>
</p:tagLst>
</file>

<file path=ppt/tags/tag373.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f"/>
</p:tagLst>
</file>

<file path=ppt/tags/tag374.xml><?xml version="1.0" encoding="utf-8"?>
<p:tagLst xmlns:a="http://schemas.openxmlformats.org/drawingml/2006/main" xmlns:r="http://schemas.openxmlformats.org/officeDocument/2006/relationships" xmlns:p="http://schemas.openxmlformats.org/presentationml/2006/main">
  <p:tag name="KSO_WM_FIGMA_DECORATION_INDEX" val="14"/>
  <p:tag name="$PH_EXT" val="2"/>
  <p:tag name="KSO_WM_BEAUTIFY_FLAG" val="#fgm#"/>
  <p:tag name="KSO_WM_DIAGRAM_GROUP_CODE" val="1"/>
  <p:tag name="KSO_WM_FIGMA_FLAG" val="#fgm#"/>
  <p:tag name="KSO_WM_SYNC_SLIDE_TEXT" val="1"/>
  <p:tag name="KSO_WM_UNIT_INDEX" val="1_3_1"/>
  <p:tag name="KSO_WM_UNIT_TYPE" val="l_h_i"/>
</p:tagLst>
</file>

<file path=ppt/tags/tag375.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2"/>
  <p:tag name="KSO_WM_UNIT_SUBTYPE" val="d"/>
  <p:tag name="KSO_WM_UNIT_TYPE" val="l_h_i"/>
</p:tagLst>
</file>

<file path=ppt/tags/tag376.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a"/>
</p:tagLst>
</file>

<file path=ppt/tags/tag377.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f"/>
</p:tagLst>
</file>

<file path=ppt/tags/tag378.xml><?xml version="1.0" encoding="utf-8"?>
<p:tagLst xmlns:a="http://schemas.openxmlformats.org/drawingml/2006/main" xmlns:r="http://schemas.openxmlformats.org/officeDocument/2006/relationships"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1006"/>
  <p:tag name="KSO_WM_TEMPLATE_CATEGORY" val="custom"/>
</p:tagLst>
</file>

<file path=ppt/tags/tag379.xml><?xml version="1.0" encoding="utf-8"?>
<p:tagLst xmlns:a="http://schemas.openxmlformats.org/drawingml/2006/main" xmlns:r="http://schemas.openxmlformats.org/officeDocument/2006/relationships"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1006"/>
  <p:tag name="KSO_WM_TEMPLATE_CATEGORY" val="custom"/>
</p:tagLst>
</file>

<file path=ppt/tags/tag380.xml><?xml version="1.0" encoding="utf-8"?>
<p:tagLst xmlns:a="http://schemas.openxmlformats.org/drawingml/2006/main" xmlns:r="http://schemas.openxmlformats.org/officeDocument/2006/relationships"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1006"/>
  <p:tag name="KSO_WM_TEMPLATE_CATEGORY" val="custom"/>
</p:tagLst>
</file>

<file path=ppt/tags/tag381.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90e3859f78591b7fd6925eb5aac6b582fba64c83"/>
  <p:tag name="KSO_WM_NEWLAYOUT_GROUP_ID" val="layout_35"/>
  <p:tag name="KSO_WM_NEWLAYOUT_ID" val="slide_3a8d68c4cb9e2e1d"/>
</p:tagLst>
</file>

<file path=ppt/tags/tag382.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2"/>
  <p:tag name="KSO_WM_UNIT_SUBTYPE" val="d"/>
  <p:tag name="KSO_WM_UNIT_TYPE" val="l_h_i"/>
</p:tagLst>
</file>

<file path=ppt/tags/tag383.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Lst>
</file>

<file path=ppt/tags/tag384.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f"/>
</p:tagLst>
</file>

<file path=ppt/tags/tag385.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2"/>
  <p:tag name="KSO_WM_UNIT_SUBTYPE" val="d"/>
  <p:tag name="KSO_WM_UNIT_TYPE" val="l_h_i"/>
</p:tagLst>
</file>

<file path=ppt/tags/tag386.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a"/>
</p:tagLst>
</file>

<file path=ppt/tags/tag387.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f"/>
</p:tagLst>
</file>

<file path=ppt/tags/tag388.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2"/>
  <p:tag name="KSO_WM_UNIT_SUBTYPE" val="d"/>
  <p:tag name="KSO_WM_UNIT_TYPE" val="l_h_i"/>
</p:tagLst>
</file>

<file path=ppt/tags/tag389.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a"/>
</p:tagLst>
</file>

<file path=ppt/tags/tag390.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f"/>
</p:tagLst>
</file>

<file path=ppt/tags/tag391.xml><?xml version="1.0" encoding="utf-8"?>
<p:tagLst xmlns:a="http://schemas.openxmlformats.org/drawingml/2006/main" xmlns:r="http://schemas.openxmlformats.org/officeDocument/2006/relationships"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1006"/>
  <p:tag name="KSO_WM_TEMPLATE_CATEGORY" val="custom"/>
</p:tagLst>
</file>

<file path=ppt/tags/tag392.xml><?xml version="1.0" encoding="utf-8"?>
<p:tagLst xmlns:a="http://schemas.openxmlformats.org/drawingml/2006/main" xmlns:r="http://schemas.openxmlformats.org/officeDocument/2006/relationships"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1006"/>
  <p:tag name="KSO_WM_TEMPLATE_CATEGORY" val="custom"/>
</p:tagLst>
</file>

<file path=ppt/tags/tag393.xml><?xml version="1.0" encoding="utf-8"?>
<p:tagLst xmlns:a="http://schemas.openxmlformats.org/drawingml/2006/main" xmlns:r="http://schemas.openxmlformats.org/officeDocument/2006/relationships"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1006"/>
  <p:tag name="KSO_WM_TEMPLATE_CATEGORY" val="custom"/>
</p:tagLst>
</file>

<file path=ppt/tags/tag394.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db6c2847fefcceebc2cf883fa1beaa952b4aaac1"/>
  <p:tag name="KSO_WM_NEWLAYOUT_GROUP_ID" val="layout_57"/>
  <p:tag name="KSO_WM_NEWLAYOUT_ID" val="slide_810d29b5405e0369"/>
</p:tagLst>
</file>

<file path=ppt/tags/tag395.xml><?xml version="1.0" encoding="utf-8"?>
<p:tagLst xmlns:a="http://schemas.openxmlformats.org/drawingml/2006/main" xmlns:r="http://schemas.openxmlformats.org/officeDocument/2006/relationships" xmlns:p="http://schemas.openxmlformats.org/presentationml/2006/main">
  <p:tag name="KSO_WM_FIGMA_DECORATION_INDEX" val="17"/>
  <p:tag name="$PH_EXT" val="2"/>
  <p:tag name="KSO_WM_BEAUTIFY_FLAG" val="#fgm#"/>
  <p:tag name="KSO_WM_DIAGRAM_GROUP_CODE" val="1"/>
  <p:tag name="KSO_WM_FIGMA_FLAG" val="#fgm#"/>
  <p:tag name="KSO_WM_SYNC_SLIDE_TEXT" val="1"/>
  <p:tag name="KSO_WM_UNIT_INDEX" val="1_1_1"/>
  <p:tag name="KSO_WM_UNIT_TYPE" val="l_h_i"/>
</p:tagLst>
</file>

<file path=ppt/tags/tag396.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d"/>
</p:tagLst>
</file>

<file path=ppt/tags/tag397.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Lst>
</file>

<file path=ppt/tags/tag398.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f"/>
</p:tagLst>
</file>

<file path=ppt/tags/tag399.xml><?xml version="1.0" encoding="utf-8"?>
<p:tagLst xmlns:a="http://schemas.openxmlformats.org/drawingml/2006/main" xmlns:r="http://schemas.openxmlformats.org/officeDocument/2006/relationships" xmlns:p="http://schemas.openxmlformats.org/presentationml/2006/main">
  <p:tag name="KSO_WM_FIGMA_DECORATION_INDEX" val="17"/>
  <p:tag name="$PH_EXT" val="2"/>
  <p:tag name="KSO_WM_BEAUTIFY_FLAG" val="#fgm#"/>
  <p:tag name="KSO_WM_DIAGRAM_GROUP_CODE" val="1"/>
  <p:tag name="KSO_WM_FIGMA_FLAG" val="#fgm#"/>
  <p:tag name="KSO_WM_SYNC_SLIDE_TEXT" val="1"/>
  <p:tag name="KSO_WM_UNIT_INDEX" val="1_2_1"/>
  <p:tag name="KSO_WM_UNIT_TYPE" val="l_h_i"/>
</p:tagLst>
</file>

<file path=ppt/tags/tag400.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d"/>
</p:tagLst>
</file>

<file path=ppt/tags/tag401.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a"/>
</p:tagLst>
</file>

<file path=ppt/tags/tag402.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f"/>
</p:tagLst>
</file>

<file path=ppt/tags/tag403.xml><?xml version="1.0" encoding="utf-8"?>
<p:tagLst xmlns:a="http://schemas.openxmlformats.org/drawingml/2006/main" xmlns:r="http://schemas.openxmlformats.org/officeDocument/2006/relationships"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1006"/>
  <p:tag name="KSO_WM_TEMPLATE_CATEGORY" val="custom"/>
</p:tagLst>
</file>

<file path=ppt/tags/tag404.xml><?xml version="1.0" encoding="utf-8"?>
<p:tagLst xmlns:a="http://schemas.openxmlformats.org/drawingml/2006/main" xmlns:r="http://schemas.openxmlformats.org/officeDocument/2006/relationships"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1006"/>
  <p:tag name="KSO_WM_TEMPLATE_CATEGORY" val="custom"/>
</p:tagLst>
</file>

<file path=ppt/tags/tag405.xml><?xml version="1.0" encoding="utf-8"?>
<p:tagLst xmlns:a="http://schemas.openxmlformats.org/drawingml/2006/main" xmlns:r="http://schemas.openxmlformats.org/officeDocument/2006/relationships"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1006"/>
  <p:tag name="KSO_WM_TEMPLATE_CATEGORY" val="custom"/>
</p:tagLst>
</file>

<file path=ppt/tags/tag406.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df3e23b140bcbecb2d42983fe1ddd468a729265e"/>
  <p:tag name="KSO_WM_NEWLAYOUT_GROUP_ID" val="layout_2"/>
  <p:tag name="KSO_WM_NEWLAYOUT_ID" val="slide_d19e6d640707aedf"/>
</p:tagLst>
</file>

<file path=ppt/tags/tag407.xml><?xml version="1.0" encoding="utf-8"?>
<p:tagLst xmlns:a="http://schemas.openxmlformats.org/drawingml/2006/main" xmlns:r="http://schemas.openxmlformats.org/officeDocument/2006/relationships" xmlns:p="http://schemas.openxmlformats.org/presentationml/2006/main">
  <p:tag name="KSO_WM_FIGMA_DECORATION_INDEX" val="18"/>
  <p:tag name="$PH_EXT" val="2"/>
  <p:tag name="KSO_WM_BEAUTIFY_FLAG" val="#fgm#"/>
  <p:tag name="KSO_WM_DIAGRAM_GROUP_CODE" val="1"/>
  <p:tag name="KSO_WM_FIGMA_FLAG" val="#fgm#"/>
  <p:tag name="KSO_WM_SHAPE_BGTYPE" val="dk2"/>
  <p:tag name="KSO_WM_SHAPE_BRIGHT_DATA" val="[{&quot;dk1&quot;:-60,&quot;dk2&quot;:-50,&quot;lt1&quot;:90,&quot;lt2&quot;:100},{&quot;dk1&quot;:-60,&quot;dk2&quot;:-50,&quot;lt1&quot;:90,&quot;lt2&quot;:100}]"/>
  <p:tag name="KSO_WM_SHAPE_UPDATE_BRIGHT" val="1"/>
  <p:tag name="KSO_WM_SYNC_SLIDE_TEXT" val="1"/>
  <p:tag name="KSO_WM_UNIT_INDEX" val="1_1_1"/>
  <p:tag name="KSO_WM_UNIT_TYPE" val="l_h_i"/>
</p:tagLst>
</file>

<file path=ppt/tags/tag408.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d"/>
</p:tagLst>
</file>

<file path=ppt/tags/tag409.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Lst>
</file>

<file path=ppt/tags/tag410.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f"/>
</p:tagLst>
</file>

<file path=ppt/tags/tag411.xml><?xml version="1.0" encoding="utf-8"?>
<p:tagLst xmlns:a="http://schemas.openxmlformats.org/drawingml/2006/main" xmlns:r="http://schemas.openxmlformats.org/officeDocument/2006/relationships" xmlns:p="http://schemas.openxmlformats.org/presentationml/2006/main">
  <p:tag name="KSO_WM_FIGMA_DECORATION_INDEX" val="17"/>
  <p:tag name="$PH_EXT" val="2"/>
  <p:tag name="KSO_WM_BEAUTIFY_FLAG" val="#fgm#"/>
  <p:tag name="KSO_WM_DIAGRAM_GROUP_CODE" val="1"/>
  <p:tag name="KSO_WM_FIGMA_FLAG" val="#fgm#"/>
  <p:tag name="KSO_WM_SYNC_SLIDE_TEXT" val="1"/>
  <p:tag name="KSO_WM_UNIT_INDEX" val="1_2_1"/>
  <p:tag name="KSO_WM_UNIT_TYPE" val="l_h_i"/>
</p:tagLst>
</file>

<file path=ppt/tags/tag412.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d"/>
</p:tagLst>
</file>

<file path=ppt/tags/tag413.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a"/>
</p:tagLst>
</file>

<file path=ppt/tags/tag414.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f"/>
</p:tagLst>
</file>

<file path=ppt/tags/tag415.xml><?xml version="1.0" encoding="utf-8"?>
<p:tagLst xmlns:a="http://schemas.openxmlformats.org/drawingml/2006/main" xmlns:r="http://schemas.openxmlformats.org/officeDocument/2006/relationships"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1006"/>
  <p:tag name="KSO_WM_TEMPLATE_CATEGORY" val="custom"/>
</p:tagLst>
</file>

<file path=ppt/tags/tag416.xml><?xml version="1.0" encoding="utf-8"?>
<p:tagLst xmlns:a="http://schemas.openxmlformats.org/drawingml/2006/main" xmlns:r="http://schemas.openxmlformats.org/officeDocument/2006/relationships"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1006"/>
  <p:tag name="KSO_WM_TEMPLATE_CATEGORY" val="custom"/>
</p:tagLst>
</file>

<file path=ppt/tags/tag417.xml><?xml version="1.0" encoding="utf-8"?>
<p:tagLst xmlns:a="http://schemas.openxmlformats.org/drawingml/2006/main" xmlns:r="http://schemas.openxmlformats.org/officeDocument/2006/relationships"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1006"/>
  <p:tag name="KSO_WM_TEMPLATE_CATEGORY" val="custom"/>
</p:tagLst>
</file>

<file path=ppt/tags/tag418.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587886885aa35a7ddee18842118246f80dd483a5"/>
  <p:tag name="KSO_WM_NEWLAYOUT_GROUP_ID" val="layout_10013"/>
  <p:tag name="KSO_WM_NEWLAYOUT_ID" val="slide_fea17d35f3a42992"/>
</p:tagLst>
</file>

<file path=ppt/tags/tag419.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d"/>
</p:tagLst>
</file>

<file path=ppt/tags/tag420.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Lst>
</file>

<file path=ppt/tags/tag421.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f"/>
</p:tagLst>
</file>

<file path=ppt/tags/tag422.xml><?xml version="1.0" encoding="utf-8"?>
<p:tagLst xmlns:a="http://schemas.openxmlformats.org/drawingml/2006/main" xmlns:r="http://schemas.openxmlformats.org/officeDocument/2006/relationships" xmlns:p="http://schemas.openxmlformats.org/presentationml/2006/main">
  <p:tag name="KSO_WM_SLIDE_CONTENT_ORIENTATION" val="right"/>
  <p:tag name="KSO_WM_SLIDE_HAS_MASK" val="0"/>
  <p:tag name="KSO_WM_SLIDE_ITEM_CNT" val="0"/>
  <p:tag name="KSO_WM_SLIDE_TYPE" val="title"/>
  <p:tag name="KSO_WM_TEMPLATE_SUBCATEGORY" val="29"/>
  <p:tag name="KSO_WM_BEAUTIFY_FLAG" val="#wm#"/>
  <p:tag name="KSO_WM_TEMPLATE_SLIDE_ID" val="slide_4b787e1769c53a6b"/>
  <p:tag name="KSO_WM_TEMPLATE_THUMBS_INDEX" val="1、9"/>
  <p:tag name="KSO_WM_TEMPLATE_INDEX" val="40481006"/>
  <p:tag name="KSO_WM_TEMPLATE_CATEGORY" val="custom"/>
  <p:tag name="KSO_WM_SLIDE_INDEX" val="1"/>
  <p:tag name="KSO_WM_SLIDE_ID" val="custom40481006_1"/>
  <p:tag name="KSO_WM_TEMPLATE_MASTER_TYPE" val="0"/>
  <p:tag name="KSO_WM_SLIDE_LAYOUT" val="a_f"/>
  <p:tag name="KSO_WM_SLIDE_LAYOUT_CNT" val="1_2"/>
  <p:tag name="KSO_WM_TAG_VERSION" val="3.0"/>
</p:tagLst>
</file>

<file path=ppt/tags/tag423.xml><?xml version="1.0" encoding="utf-8"?>
<p:tagLst xmlns:a="http://schemas.openxmlformats.org/drawingml/2006/main" xmlns:r="http://schemas.openxmlformats.org/officeDocument/2006/relationships" xmlns:p="http://schemas.openxmlformats.org/presentationml/2006/main">
  <p:tag name="KSO_WM_UNIT_ISCONTENTSTITLE" val="0"/>
  <p:tag name="KSO_WM_BEAUTIFY_FLAG" val="#wm#"/>
  <p:tag name="KSO_WM_FIGMA_FLAG" val="#fgm#"/>
  <p:tag name="KSO_WM_UNIT_INDEX" val="1"/>
  <p:tag name="KSO_WM_UNIT_TEXT_TYPE" val="1"/>
  <p:tag name="KSO_WM_UNIT_TYPE" val="a"/>
  <p:tag name="KSO_WM_LAYOUT_CHECK_HASH" val="4829b9ca28cc83591007c5fd97282a0832ef3b71"/>
  <p:tag name="KSO_WM_NEWLAYOUT_ID" val="5764"/>
  <p:tag name="KSO_WM_UNIT_PRESET_TEXT" val="单击此处&#10;添加文档标题"/>
  <p:tag name="KSO_WM_UNIT_ID" val="_9*a*1"/>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1006"/>
  <p:tag name="KSO_WM_TEMPLATE_CATEGORY" val="custom"/>
</p:tagLst>
</file>

<file path=ppt/tags/tag424.xml><?xml version="1.0" encoding="utf-8"?>
<p:tagLst xmlns:a="http://schemas.openxmlformats.org/drawingml/2006/main" xmlns:r="http://schemas.openxmlformats.org/officeDocument/2006/relationships" xmlns:p="http://schemas.openxmlformats.org/presentationml/2006/main">
  <p:tag name="KSO_WM_UNIT_HIGHLIGHT" val="0"/>
  <p:tag name="KSO_WM_BEAUTIFY_FLAG" val="#wm#"/>
  <p:tag name="KSO_WM_FIGMA_FLAG" val="#fgm#"/>
  <p:tag name="KSO_WM_UNIT_INDEX" val="2"/>
  <p:tag name="KSO_WM_UNIT_SUBTYPE" val="b"/>
  <p:tag name="KSO_WM_UNIT_TEXT_TYPE" val="1"/>
  <p:tag name="KSO_WM_UNIT_TYPE" val="f"/>
  <p:tag name="KSO_WM_UNIT_PRESET_TEXT" val="BY WPS"/>
  <p:tag name="KSO_WM_UNIT_ID" val="_9*f*2"/>
  <p:tag name="KSO_WM_TAG_VERSION" val="3.0"/>
  <p:tag name="KSO_WM_UNIT_ISNUMDGMTITLE" val="0"/>
  <p:tag name="KSO_WM_UNIT_NOCLEAR" val="0"/>
  <p:tag name="KSO_WM_UNIT_COMPATIBLE" val="0"/>
  <p:tag name="KSO_WM_UNIT_DIAGRAM_ISNUMVISUAL" val="0"/>
  <p:tag name="KSO_WM_UNIT_DIAGRAM_ISREFERUNIT" val="0"/>
  <p:tag name="KSO_WM_UNIT_LAYERLEVEL" val="1"/>
  <p:tag name="KSO_WM_TEMPLATE_INDEX" val="40481006"/>
  <p:tag name="KSO_WM_TEMPLATE_CATEGORY" val="custom"/>
</p:tagLst>
</file>

<file path=ppt/tags/tag425.xml><?xml version="1.0" encoding="utf-8"?>
<p:tagLst xmlns:a="http://schemas.openxmlformats.org/drawingml/2006/main" xmlns:r="http://schemas.openxmlformats.org/officeDocument/2006/relationships" xmlns:p="http://schemas.openxmlformats.org/presentationml/2006/main">
  <p:tag name="KSO_WM_SLIDE_CONTENT_ORIENTATION" val=""/>
  <p:tag name="KSO_WM_SLIDE_HAS_MASK" val="0"/>
  <p:tag name="KSO_WM_SLIDE_ITEM_CNT" val="6"/>
  <p:tag name="KSO_WM_SLIDE_TYPE" val="contents"/>
  <p:tag name="KSO_WM_TEMPLATE_SUBCATEGORY" val="29"/>
  <p:tag name="KSO_WM_BEAUTIFY_FLAG" val="#wm#"/>
  <p:tag name="KSO_WM_TEMPLATE_FIGMA_ID" val="69796625670"/>
  <p:tag name="KSO_WM_TEMPLATE_SLIDE_ID" val="slide_ba60fb0293b23fda"/>
</p:tagLst>
</file>

<file path=ppt/tags/tag426.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EXT_TYPE" val="1"/>
  <p:tag name="KSO_WM_UNIT_TYPE" val="b"/>
</p:tagLst>
</file>

<file path=ppt/tags/tag427.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EXT_TYPE" val="1"/>
  <p:tag name="KSO_WM_UNIT_TYPE" val="a"/>
  <p:tag name="KSO_WM_LAYOUT_CHECK_HASH" val="d634007c2849224c45092ef67a1d33518a36513e"/>
  <p:tag name="KSO_WM_NEWLAYOUT_GROUP_ID" val="layout_1-5"/>
  <p:tag name="KSO_WM_NEWLAYOUT_ID" val="slide_ba60fb0293b23fda"/>
</p:tagLst>
</file>

<file path=ppt/tags/tag428.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SUBTYPE" val="d"/>
  <p:tag name="KSO_WM_UNIT_TYPE" val="l_h_i"/>
  <p:tag name="KSO_WM_UNIT_PRESET_TEXT" val="01"/>
  <p:tag name="KSO_WM_SLIDE_FIGMA_DIAGRAM" val="1"/>
</p:tagLst>
</file>

<file path=ppt/tags/tag429.xml><?xml version="1.0" encoding="utf-8"?>
<p:tagLst xmlns:a="http://schemas.openxmlformats.org/drawingml/2006/main" xmlns:r="http://schemas.openxmlformats.org/officeDocument/2006/relationships" xmlns:p="http://schemas.openxmlformats.org/presentationml/2006/main">
  <p:tag name="KSO_WM_FIGMA_DECORATION_INDEX" val="25"/>
  <p:tag name="$PH_EXT" val="2"/>
  <p:tag name="KSO_WM_BEAUTIFY_FLAG" val="#fgm#"/>
  <p:tag name="KSO_WM_DIAGRAM_GROUP_CODE" val="1"/>
  <p:tag name="KSO_WM_FIGMA_FLAG" val="#fgm#"/>
  <p:tag name="KSO_WM_SYNC_SLIDE_TEXT" val="1"/>
  <p:tag name="KSO_WM_UNIT_INDEX" val="1_1_2"/>
  <p:tag name="KSO_WM_UNIT_TYPE" val="l_h_i"/>
  <p:tag name="KSO_WM_UNIT_PRESET_TEXT" val=" "/>
  <p:tag name="KSO_WM_SLIDE_FIGMA_DIAGRAM" val="1"/>
</p:tagLst>
</file>

<file path=ppt/tags/tag430.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 name="KSO_WM_UNIT_PRESET_TEXT" val="Item title"/>
  <p:tag name="KSO_WM_SLIDE_FIGMA_DIAGRAM" val="1"/>
</p:tagLst>
</file>

<file path=ppt/tags/tag431.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SUBTYPE" val="d"/>
  <p:tag name="KSO_WM_UNIT_TYPE" val="l_h_i"/>
  <p:tag name="KSO_WM_UNIT_PRESET_TEXT" val="02"/>
  <p:tag name="KSO_WM_SLIDE_FIGMA_DIAGRAM" val="1"/>
</p:tagLst>
</file>

<file path=ppt/tags/tag432.xml><?xml version="1.0" encoding="utf-8"?>
<p:tagLst xmlns:a="http://schemas.openxmlformats.org/drawingml/2006/main" xmlns:r="http://schemas.openxmlformats.org/officeDocument/2006/relationships" xmlns:p="http://schemas.openxmlformats.org/presentationml/2006/main">
  <p:tag name="KSO_WM_FIGMA_DECORATION_INDEX" val="25"/>
  <p:tag name="$PH_EXT" val="2"/>
  <p:tag name="KSO_WM_BEAUTIFY_FLAG" val="#fgm#"/>
  <p:tag name="KSO_WM_DIAGRAM_GROUP_CODE" val="1"/>
  <p:tag name="KSO_WM_FIGMA_FLAG" val="#fgm#"/>
  <p:tag name="KSO_WM_SYNC_SLIDE_TEXT" val="1"/>
  <p:tag name="KSO_WM_UNIT_INDEX" val="1_2_2"/>
  <p:tag name="KSO_WM_UNIT_TYPE" val="l_h_i"/>
  <p:tag name="KSO_WM_UNIT_PRESET_TEXT" val=" "/>
  <p:tag name="KSO_WM_SLIDE_FIGMA_DIAGRAM" val="1"/>
</p:tagLst>
</file>

<file path=ppt/tags/tag433.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a"/>
  <p:tag name="KSO_WM_UNIT_PRESET_TEXT" val="Item title"/>
  <p:tag name="KSO_WM_SLIDE_FIGMA_DIAGRAM" val="1"/>
</p:tagLst>
</file>

<file path=ppt/tags/tag434.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SUBTYPE" val="d"/>
  <p:tag name="KSO_WM_UNIT_TYPE" val="l_h_i"/>
  <p:tag name="KSO_WM_UNIT_PRESET_TEXT" val="03"/>
  <p:tag name="KSO_WM_SLIDE_FIGMA_DIAGRAM" val="1"/>
</p:tagLst>
</file>

<file path=ppt/tags/tag435.xml><?xml version="1.0" encoding="utf-8"?>
<p:tagLst xmlns:a="http://schemas.openxmlformats.org/drawingml/2006/main" xmlns:r="http://schemas.openxmlformats.org/officeDocument/2006/relationships" xmlns:p="http://schemas.openxmlformats.org/presentationml/2006/main">
  <p:tag name="KSO_WM_FIGMA_DECORATION_INDEX" val="25"/>
  <p:tag name="$PH_EXT" val="2"/>
  <p:tag name="KSO_WM_BEAUTIFY_FLAG" val="#fgm#"/>
  <p:tag name="KSO_WM_DIAGRAM_GROUP_CODE" val="1"/>
  <p:tag name="KSO_WM_FIGMA_FLAG" val="#fgm#"/>
  <p:tag name="KSO_WM_SYNC_SLIDE_TEXT" val="1"/>
  <p:tag name="KSO_WM_UNIT_INDEX" val="1_3_2"/>
  <p:tag name="KSO_WM_UNIT_TYPE" val="l_h_i"/>
  <p:tag name="KSO_WM_UNIT_PRESET_TEXT" val=" "/>
  <p:tag name="KSO_WM_SLIDE_FIGMA_DIAGRAM" val="1"/>
</p:tagLst>
</file>

<file path=ppt/tags/tag436.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a"/>
  <p:tag name="KSO_WM_UNIT_PRESET_TEXT" val="Item title"/>
  <p:tag name="KSO_WM_SLIDE_FIGMA_DIAGRAM" val="1"/>
</p:tagLst>
</file>

<file path=ppt/tags/tag437.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4_1"/>
  <p:tag name="KSO_WM_UNIT_SUBTYPE" val="d"/>
  <p:tag name="KSO_WM_UNIT_TYPE" val="l_h_i"/>
  <p:tag name="KSO_WM_UNIT_PRESET_TEXT" val="04"/>
  <p:tag name="KSO_WM_SLIDE_FIGMA_DIAGRAM" val="1"/>
</p:tagLst>
</file>

<file path=ppt/tags/tag438.xml><?xml version="1.0" encoding="utf-8"?>
<p:tagLst xmlns:a="http://schemas.openxmlformats.org/drawingml/2006/main" xmlns:r="http://schemas.openxmlformats.org/officeDocument/2006/relationships" xmlns:p="http://schemas.openxmlformats.org/presentationml/2006/main">
  <p:tag name="KSO_WM_FIGMA_DECORATION_INDEX" val="25"/>
  <p:tag name="$PH_EXT" val="2"/>
  <p:tag name="KSO_WM_BEAUTIFY_FLAG" val="#fgm#"/>
  <p:tag name="KSO_WM_DIAGRAM_GROUP_CODE" val="1"/>
  <p:tag name="KSO_WM_FIGMA_FLAG" val="#fgm#"/>
  <p:tag name="KSO_WM_SYNC_SLIDE_TEXT" val="1"/>
  <p:tag name="KSO_WM_UNIT_INDEX" val="1_4_2"/>
  <p:tag name="KSO_WM_UNIT_TYPE" val="l_h_i"/>
  <p:tag name="KSO_WM_UNIT_PRESET_TEXT" val=" "/>
  <p:tag name="KSO_WM_SLIDE_FIGMA_DIAGRAM" val="1"/>
</p:tagLst>
</file>

<file path=ppt/tags/tag439.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4_1"/>
  <p:tag name="KSO_WM_UNIT_TYPE" val="l_h_a"/>
  <p:tag name="KSO_WM_UNIT_PRESET_TEXT" val="Item title"/>
  <p:tag name="KSO_WM_SLIDE_FIGMA_DIAGRAM" val="1"/>
</p:tagLst>
</file>

<file path=ppt/tags/tag440.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5_1"/>
  <p:tag name="KSO_WM_UNIT_SUBTYPE" val="d"/>
  <p:tag name="KSO_WM_UNIT_TYPE" val="l_h_i"/>
  <p:tag name="KSO_WM_UNIT_PRESET_TEXT" val="05"/>
  <p:tag name="KSO_WM_SLIDE_FIGMA_DIAGRAM" val="1"/>
</p:tagLst>
</file>

<file path=ppt/tags/tag441.xml><?xml version="1.0" encoding="utf-8"?>
<p:tagLst xmlns:a="http://schemas.openxmlformats.org/drawingml/2006/main" xmlns:r="http://schemas.openxmlformats.org/officeDocument/2006/relationships" xmlns:p="http://schemas.openxmlformats.org/presentationml/2006/main">
  <p:tag name="KSO_WM_FIGMA_DECORATION_INDEX" val="25"/>
  <p:tag name="$PH_EXT" val="2"/>
  <p:tag name="KSO_WM_BEAUTIFY_FLAG" val="#fgm#"/>
  <p:tag name="KSO_WM_DIAGRAM_GROUP_CODE" val="1"/>
  <p:tag name="KSO_WM_FIGMA_FLAG" val="#fgm#"/>
  <p:tag name="KSO_WM_SYNC_SLIDE_TEXT" val="1"/>
  <p:tag name="KSO_WM_UNIT_INDEX" val="1_5_2"/>
  <p:tag name="KSO_WM_UNIT_TYPE" val="l_h_i"/>
  <p:tag name="KSO_WM_UNIT_PRESET_TEXT" val=" "/>
  <p:tag name="KSO_WM_SLIDE_FIGMA_DIAGRAM" val="1"/>
</p:tagLst>
</file>

<file path=ppt/tags/tag442.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5_1"/>
  <p:tag name="KSO_WM_UNIT_TYPE" val="l_h_a"/>
  <p:tag name="KSO_WM_UNIT_PRESET_TEXT" val="Item title"/>
  <p:tag name="KSO_WM_SLIDE_FIGMA_DIAGRAM" val="1"/>
</p:tagLst>
</file>

<file path=ppt/tags/tag443.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6_1"/>
  <p:tag name="KSO_WM_UNIT_SUBTYPE" val="d"/>
  <p:tag name="KSO_WM_UNIT_TYPE" val="l_h_i"/>
  <p:tag name="KSO_WM_UNIT_PRESET_TEXT" val="06"/>
  <p:tag name="KSO_WM_SLIDE_FIGMA_DIAGRAM" val="1"/>
</p:tagLst>
</file>

<file path=ppt/tags/tag444.xml><?xml version="1.0" encoding="utf-8"?>
<p:tagLst xmlns:a="http://schemas.openxmlformats.org/drawingml/2006/main" xmlns:r="http://schemas.openxmlformats.org/officeDocument/2006/relationships" xmlns:p="http://schemas.openxmlformats.org/presentationml/2006/main">
  <p:tag name="KSO_WM_FIGMA_DECORATION_INDEX" val="25"/>
  <p:tag name="$PH_EXT" val="2"/>
  <p:tag name="KSO_WM_BEAUTIFY_FLAG" val="#fgm#"/>
  <p:tag name="KSO_WM_DIAGRAM_GROUP_CODE" val="1"/>
  <p:tag name="KSO_WM_FIGMA_FLAG" val="#fgm#"/>
  <p:tag name="KSO_WM_SYNC_SLIDE_TEXT" val="1"/>
  <p:tag name="KSO_WM_UNIT_INDEX" val="1_6_2"/>
  <p:tag name="KSO_WM_UNIT_TYPE" val="l_h_i"/>
  <p:tag name="KSO_WM_UNIT_PRESET_TEXT" val=" "/>
  <p:tag name="KSO_WM_SLIDE_FIGMA_DIAGRAM" val="1"/>
</p:tagLst>
</file>

<file path=ppt/tags/tag445.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6_1"/>
  <p:tag name="KSO_WM_UNIT_TYPE" val="l_h_a"/>
  <p:tag name="KSO_WM_UNIT_PRESET_TEXT" val="Item title"/>
  <p:tag name="KSO_WM_SLIDE_FIGMA_DIAGRAM" val="1"/>
</p:tagLst>
</file>

<file path=ppt/tags/tag446.xml><?xml version="1.0" encoding="utf-8"?>
<p:tagLst xmlns:a="http://schemas.openxmlformats.org/drawingml/2006/main" xmlns:r="http://schemas.openxmlformats.org/officeDocument/2006/relationships" xmlns:p="http://schemas.openxmlformats.org/presentationml/2006/main">
  <p:tag name="KSO_WM_SLIDE_CONTENT_ORIENTATION" val=""/>
  <p:tag name="KSO_WM_SLIDE_HAS_MASK" val="0"/>
  <p:tag name="KSO_WM_SLIDE_ITEM_CNT" val="3"/>
  <p:tag name="KSO_WM_SLIDE_TYPE" val="text"/>
  <p:tag name="KSO_WM_TEMPLATE_SUBCATEGORY" val="29"/>
  <p:tag name="KSO_WM_BEAUTIFY_FLAG" val="#wm#"/>
  <p:tag name="KSO_WM_TEMPLATE_FIGMA_ID" val="69796625670"/>
  <p:tag name="KSO_WM_TEMPLATE_SLIDE_ID" val="slide_4acdb5d565d7a68b"/>
</p:tagLst>
</file>

<file path=ppt/tags/tag447.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51319cf0e1026edecab02dd273e64b3341e2b840"/>
  <p:tag name="KSO_WM_NEWLAYOUT_GROUP_ID" val="layout_34"/>
  <p:tag name="KSO_WM_NEWLAYOUT_ID" val="slide_4acdb5d565d7a68b"/>
  <p:tag name="KSO_WM_UNIT_PRESET_TEXT" val="Your slide title here"/>
</p:tagLst>
</file>

<file path=ppt/tags/tag448.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d"/>
  <p:tag name="MH_PIC_SOURCE_TYPE" val="generate_slide_ai*{&quot;id&quot;:&quot;http://ai-gateway-save.obs.ap-southeast-3.myhuaweicloud.com/aigc-gateway-v2-prod-sg/b6f73b7667714e0772e9aa7696c443da.png?Expires=1777978998\u0026AWSAccessKeyId=HPUAU17CUMZ89R7LZUIP\u0026Signature=1tvrywu8JizzFaurGk6d8hq1ObQ%3D&quot;,&quot;product_name&quot;:&quot;wps-wpp-pc&quot;,&quot;intention_code&quot;:&quot;wps_wpp_generate_pdf_pay&quot;}*ai__ai*1777892590265_cda3ce_91813eeb8636-slide-3"/>
</p:tagLst>
</file>

<file path=ppt/tags/tag449.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 name="KSO_WM_UNIT_PRESET_TEXT" val="Your item title here"/>
</p:tagLst>
</file>

<file path=ppt/tags/tag450.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f"/>
  <p:tag name="KSO_WM_UNIT_PRESET_TEXT" val="Enter title text here"/>
</p:tagLst>
</file>

<file path=ppt/tags/tag451.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d"/>
  <p:tag name="MH_PIC_SOURCE_TYPE" val="generate_slide_ai*{&quot;id&quot;:&quot;http://ai-gateway-save.obs.ap-southeast-3.myhuaweicloud.com/aigc-gateway-v2-prod-sg/b9c0dd33626deb534fccedf373b9dbe0.png?Expires=1777978998\u0026AWSAccessKeyId=HPUAU17CUMZ89R7LZUIP\u0026Signature=THNPG3QCekJJbJziJcYNlKyYc98%3D&quot;,&quot;product_name&quot;:&quot;wps-wpp-pc&quot;,&quot;intention_code&quot;:&quot;wps_wpp_generate_pdf_pay&quot;}*ai__ai*1777892590265_cda3ce_91813eeb8636-slide-3"/>
</p:tagLst>
</file>

<file path=ppt/tags/tag452.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a"/>
  <p:tag name="KSO_WM_UNIT_PRESET_TEXT" val="Your item title here"/>
</p:tagLst>
</file>

<file path=ppt/tags/tag453.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f"/>
  <p:tag name="KSO_WM_UNIT_PRESET_TEXT" val="Enter title text here"/>
</p:tagLst>
</file>

<file path=ppt/tags/tag454.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d"/>
  <p:tag name="MH_PIC_SOURCE_TYPE" val="generate_slide_ai*{&quot;id&quot;:&quot;http://ai-gateway-save.obs.ap-southeast-3.myhuaweicloud.com/aigc-gateway-v2-prod-sg/5c2b1dae044a592bb63c610492024463.png?Expires=1777978997\u0026AWSAccessKeyId=HPUAU17CUMZ89R7LZUIP\u0026Signature=nM2NKkTTp5rwbc51zJOdvereOZA%3D&quot;,&quot;product_name&quot;:&quot;wps-wpp-pc&quot;,&quot;intention_code&quot;:&quot;wps_wpp_generate_pdf_pay&quot;}*ai__ai*1777892590265_cda3ce_91813eeb8636-slide-3"/>
</p:tagLst>
</file>

<file path=ppt/tags/tag455.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a"/>
  <p:tag name="KSO_WM_UNIT_PRESET_TEXT" val="Your item title here"/>
</p:tagLst>
</file>

<file path=ppt/tags/tag456.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f"/>
  <p:tag name="KSO_WM_UNIT_PRESET_TEXT" val="Enter title text here"/>
</p:tagLst>
</file>

<file path=ppt/tags/tag457.xml><?xml version="1.0" encoding="utf-8"?>
<p:tagLst xmlns:a="http://schemas.openxmlformats.org/drawingml/2006/main" xmlns:r="http://schemas.openxmlformats.org/officeDocument/2006/relationships" xmlns:p="http://schemas.openxmlformats.org/presentationml/2006/main">
  <p:tag name="KSO_WM_SLIDE_CONTENT_ORIENTATION" val=""/>
  <p:tag name="KSO_WM_SLIDE_HAS_MASK" val="0"/>
  <p:tag name="KSO_WM_SLIDE_ITEM_CNT" val="2"/>
  <p:tag name="KSO_WM_SLIDE_TYPE" val="text"/>
  <p:tag name="KSO_WM_TEMPLATE_SUBCATEGORY" val="29"/>
  <p:tag name="KSO_WM_BEAUTIFY_FLAG" val="#wm#"/>
  <p:tag name="KSO_WM_TEMPLATE_FIGMA_ID" val="69796625670"/>
  <p:tag name="KSO_WM_TEMPLATE_SLIDE_ID" val="slide_0d6168c1bb5022a7"/>
</p:tagLst>
</file>

<file path=ppt/tags/tag458.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d67d4b61d1801970c0dfa659e93b1886309b0211"/>
  <p:tag name="KSO_WM_NEWLAYOUT_GROUP_ID" val="layout_39"/>
  <p:tag name="KSO_WM_NEWLAYOUT_ID" val="slide_0d6168c1bb5022a7"/>
  <p:tag name="KSO_WM_UNIT_PRESET_TEXT" val="Your slide title here"/>
</p:tagLst>
</file>

<file path=ppt/tags/tag459.xml><?xml version="1.0" encoding="utf-8"?>
<p:tagLst xmlns:a="http://schemas.openxmlformats.org/drawingml/2006/main" xmlns:r="http://schemas.openxmlformats.org/officeDocument/2006/relationships" xmlns:p="http://schemas.openxmlformats.org/presentationml/2006/main">
  <p:tag name="KSO_WM_FIGMA_DECORATION_INDEX" val="18"/>
  <p:tag name="$PH_EXT" val="2"/>
  <p:tag name="KSO_WM_BEAUTIFY_FLAG" val="#fgm#"/>
  <p:tag name="KSO_WM_DIAGRAM_GROUP_CODE" val="1"/>
  <p:tag name="KSO_WM_FIGMA_FLAG" val="#fgm#"/>
  <p:tag name="KSO_WM_SHAPE_BGTYPE" val="dk2"/>
  <p:tag name="KSO_WM_SHAPE_BRIGHT_DATA" val="[{&quot;dk1&quot;:-60,&quot;dk2&quot;:-50,&quot;lt1&quot;:90,&quot;lt2&quot;:100},{&quot;dk1&quot;:-60,&quot;dk2&quot;:-50,&quot;lt1&quot;:90,&quot;lt2&quot;:100}]"/>
  <p:tag name="KSO_WM_SHAPE_UPDATE_BRIGHT" val="1"/>
  <p:tag name="KSO_WM_SYNC_SLIDE_TEXT" val="1"/>
  <p:tag name="KSO_WM_UNIT_INDEX" val="1_1_1"/>
  <p:tag name="KSO_WM_UNIT_TYPE" val="l_h_i"/>
  <p:tag name="KSO_WM_UNIT_PRESET_TEXT" val=" "/>
</p:tagLst>
</file>

<file path=ppt/tags/tag460.xml><?xml version="1.0" encoding="utf-8"?>
<p:tagLst xmlns:a="http://schemas.openxmlformats.org/drawingml/2006/main" xmlns:r="http://schemas.openxmlformats.org/officeDocument/2006/relationships" xmlns:p="http://schemas.openxmlformats.org/presentationml/2006/main">
  <p:tag name="KSO_WM_FIGMA_DECORATION_INDEX" val="1"/>
  <p:tag name="$PH_EXT" val="1"/>
  <p:tag name="KSO_WM_BEAUTIFY_FLAG" val="#fgm#"/>
  <p:tag name="KSO_WM_DIAGRAM_GROUP_CODE" val="1"/>
  <p:tag name="KSO_WM_FIGMA_FLAG" val="#fgm#"/>
  <p:tag name="KSO_WM_UNIT_INDEX" val="1_1_1"/>
  <p:tag name="KSO_WM_UNIT_TYPE" val="l_h_x"/>
</p:tagLst>
</file>

<file path=ppt/tags/tag461.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 name="KSO_WM_UNIT_PRESET_TEXT" val="Your item title here"/>
</p:tagLst>
</file>

<file path=ppt/tags/tag462.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f"/>
  <p:tag name="KSO_WM_UNIT_PRESET_TEXT" val="Enter title text here"/>
</p:tagLst>
</file>

<file path=ppt/tags/tag463.xml><?xml version="1.0" encoding="utf-8"?>
<p:tagLst xmlns:a="http://schemas.openxmlformats.org/drawingml/2006/main" xmlns:r="http://schemas.openxmlformats.org/officeDocument/2006/relationships" xmlns:p="http://schemas.openxmlformats.org/presentationml/2006/main">
  <p:tag name="KSO_WM_FIGMA_DECORATION_INDEX" val="18"/>
  <p:tag name="$PH_EXT" val="2"/>
  <p:tag name="KSO_WM_BEAUTIFY_FLAG" val="#fgm#"/>
  <p:tag name="KSO_WM_DIAGRAM_GROUP_CODE" val="1"/>
  <p:tag name="KSO_WM_FIGMA_FLAG" val="#fgm#"/>
  <p:tag name="KSO_WM_SHAPE_BGTYPE" val="dk2"/>
  <p:tag name="KSO_WM_SHAPE_BRIGHT_DATA" val="[{&quot;dk1&quot;:-60,&quot;dk2&quot;:-50,&quot;lt1&quot;:90,&quot;lt2&quot;:100},{&quot;dk1&quot;:-60,&quot;dk2&quot;:-50,&quot;lt1&quot;:90,&quot;lt2&quot;:100}]"/>
  <p:tag name="KSO_WM_SHAPE_UPDATE_BRIGHT" val="1"/>
  <p:tag name="KSO_WM_SYNC_SLIDE_TEXT" val="1"/>
  <p:tag name="KSO_WM_UNIT_INDEX" val="1_2_1"/>
  <p:tag name="KSO_WM_UNIT_TYPE" val="l_h_i"/>
  <p:tag name="KSO_WM_UNIT_PRESET_TEXT" val=" "/>
</p:tagLst>
</file>

<file path=ppt/tags/tag464.xml><?xml version="1.0" encoding="utf-8"?>
<p:tagLst xmlns:a="http://schemas.openxmlformats.org/drawingml/2006/main" xmlns:r="http://schemas.openxmlformats.org/officeDocument/2006/relationships" xmlns:p="http://schemas.openxmlformats.org/presentationml/2006/main">
  <p:tag name="KSO_WM_FIGMA_DECORATION_INDEX" val="2"/>
  <p:tag name="$PH_EXT" val="1"/>
  <p:tag name="KSO_WM_BEAUTIFY_FLAG" val="#fgm#"/>
  <p:tag name="KSO_WM_DIAGRAM_GROUP_CODE" val="1"/>
  <p:tag name="KSO_WM_FIGMA_FLAG" val="#fgm#"/>
  <p:tag name="KSO_WM_UNIT_INDEX" val="1_2_1"/>
  <p:tag name="KSO_WM_UNIT_TYPE" val="l_h_x"/>
</p:tagLst>
</file>

<file path=ppt/tags/tag465.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a"/>
  <p:tag name="KSO_WM_UNIT_PRESET_TEXT" val="Your item title here"/>
</p:tagLst>
</file>

<file path=ppt/tags/tag466.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f"/>
  <p:tag name="KSO_WM_UNIT_PRESET_TEXT" val="Enter title text here"/>
</p:tagLst>
</file>

<file path=ppt/tags/tag467.xml><?xml version="1.0" encoding="utf-8"?>
<p:tagLst xmlns:a="http://schemas.openxmlformats.org/drawingml/2006/main" xmlns:r="http://schemas.openxmlformats.org/officeDocument/2006/relationships" xmlns:p="http://schemas.openxmlformats.org/presentationml/2006/main">
  <p:tag name="KSO_WM_SLIDE_CONTENT_ORIENTATION" val=""/>
  <p:tag name="KSO_WM_SLIDE_HAS_MASK" val="0"/>
  <p:tag name="KSO_WM_SLIDE_ITEM_CNT" val="3"/>
  <p:tag name="KSO_WM_SLIDE_TYPE" val="text"/>
  <p:tag name="KSO_WM_TEMPLATE_SUBCATEGORY" val="29"/>
  <p:tag name="KSO_WM_BEAUTIFY_FLAG" val="#wm#"/>
  <p:tag name="KSO_WM_TEMPLATE_FIGMA_ID" val="69796625670"/>
  <p:tag name="KSO_WM_TEMPLATE_SLIDE_ID" val="slide_0576b72b971413eb"/>
</p:tagLst>
</file>

<file path=ppt/tags/tag468.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0413d5ba277d13c4cab5ece026cc62ed61c444a7"/>
  <p:tag name="KSO_WM_NEWLAYOUT_GROUP_ID" val="layout_3"/>
  <p:tag name="KSO_WM_NEWLAYOUT_ID" val="slide_0576b72b971413eb"/>
  <p:tag name="KSO_WM_UNIT_PRESET_TEXT" val="Your slide title here"/>
</p:tagLst>
</file>

<file path=ppt/tags/tag469.xml><?xml version="1.0" encoding="utf-8"?>
<p:tagLst xmlns:a="http://schemas.openxmlformats.org/drawingml/2006/main" xmlns:r="http://schemas.openxmlformats.org/officeDocument/2006/relationships" xmlns:p="http://schemas.openxmlformats.org/presentationml/2006/main">
  <p:tag name="KSO_WM_FIGMA_DECORATION_INDEX" val="16"/>
  <p:tag name="$PH_EXT" val="2"/>
  <p:tag name="KSO_WM_BEAUTIFY_FLAG" val="#fgm#"/>
  <p:tag name="KSO_WM_DIAGRAM_GROUP_CODE" val="1"/>
  <p:tag name="KSO_WM_FIGMA_FLAG" val="#fgm#"/>
  <p:tag name="KSO_WM_SYNC_SLIDE_TEXT" val="1"/>
  <p:tag name="KSO_WM_UNIT_INDEX" val="1_1_1"/>
  <p:tag name="KSO_WM_UNIT_TYPE" val="l_h_i"/>
  <p:tag name="KSO_WM_UNIT_PRESET_TEXT" val=" "/>
</p:tagLst>
</file>

<file path=ppt/tags/tag470.xml><?xml version="1.0" encoding="utf-8"?>
<p:tagLst xmlns:a="http://schemas.openxmlformats.org/drawingml/2006/main" xmlns:r="http://schemas.openxmlformats.org/officeDocument/2006/relationships" xmlns:p="http://schemas.openxmlformats.org/presentationml/2006/main">
  <p:tag name="KSO_WM_FIGMA_DECORATION_INDEX" val="7"/>
  <p:tag name="$PH_EXT" val="1"/>
  <p:tag name="KSO_WM_BEAUTIFY_FLAG" val="#fgm#"/>
  <p:tag name="KSO_WM_DIAGRAM_GROUP_CODE" val="1"/>
  <p:tag name="KSO_WM_FIGMA_FLAG" val="#fgm#"/>
  <p:tag name="KSO_WM_UNIT_INDEX" val="1_1_1"/>
  <p:tag name="KSO_WM_UNIT_TYPE" val="l_h_x"/>
</p:tagLst>
</file>

<file path=ppt/tags/tag471.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 name="KSO_WM_UNIT_PRESET_TEXT" val="Your item title here"/>
</p:tagLst>
</file>

<file path=ppt/tags/tag472.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f"/>
  <p:tag name="KSO_WM_UNIT_PRESET_TEXT" val="Enter title text here"/>
</p:tagLst>
</file>

<file path=ppt/tags/tag473.xml><?xml version="1.0" encoding="utf-8"?>
<p:tagLst xmlns:a="http://schemas.openxmlformats.org/drawingml/2006/main" xmlns:r="http://schemas.openxmlformats.org/officeDocument/2006/relationships" xmlns:p="http://schemas.openxmlformats.org/presentationml/2006/main">
  <p:tag name="KSO_WM_FIGMA_DECORATION_INDEX" val="16"/>
  <p:tag name="$PH_EXT" val="2"/>
  <p:tag name="KSO_WM_BEAUTIFY_FLAG" val="#fgm#"/>
  <p:tag name="KSO_WM_DIAGRAM_GROUP_CODE" val="1"/>
  <p:tag name="KSO_WM_FIGMA_FLAG" val="#fgm#"/>
  <p:tag name="KSO_WM_SYNC_SLIDE_TEXT" val="1"/>
  <p:tag name="KSO_WM_UNIT_INDEX" val="1_2_1"/>
  <p:tag name="KSO_WM_UNIT_TYPE" val="l_h_i"/>
  <p:tag name="KSO_WM_UNIT_PRESET_TEXT" val=" "/>
</p:tagLst>
</file>

<file path=ppt/tags/tag474.xml><?xml version="1.0" encoding="utf-8"?>
<p:tagLst xmlns:a="http://schemas.openxmlformats.org/drawingml/2006/main" xmlns:r="http://schemas.openxmlformats.org/officeDocument/2006/relationships" xmlns:p="http://schemas.openxmlformats.org/presentationml/2006/main">
  <p:tag name="KSO_WM_FIGMA_DECORATION_INDEX" val="8"/>
  <p:tag name="$PH_EXT" val="1"/>
  <p:tag name="KSO_WM_BEAUTIFY_FLAG" val="#fgm#"/>
  <p:tag name="KSO_WM_DIAGRAM_GROUP_CODE" val="1"/>
  <p:tag name="KSO_WM_FIGMA_FLAG" val="#fgm#"/>
  <p:tag name="KSO_WM_UNIT_INDEX" val="1_2_1"/>
  <p:tag name="KSO_WM_UNIT_TYPE" val="l_h_x"/>
</p:tagLst>
</file>

<file path=ppt/tags/tag475.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a"/>
  <p:tag name="KSO_WM_UNIT_PRESET_TEXT" val="Your item title here"/>
</p:tagLst>
</file>

<file path=ppt/tags/tag476.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f"/>
  <p:tag name="KSO_WM_UNIT_PRESET_TEXT" val="Enter title text here"/>
</p:tagLst>
</file>

<file path=ppt/tags/tag477.xml><?xml version="1.0" encoding="utf-8"?>
<p:tagLst xmlns:a="http://schemas.openxmlformats.org/drawingml/2006/main" xmlns:r="http://schemas.openxmlformats.org/officeDocument/2006/relationships" xmlns:p="http://schemas.openxmlformats.org/presentationml/2006/main">
  <p:tag name="KSO_WM_FIGMA_DECORATION_INDEX" val="16"/>
  <p:tag name="$PH_EXT" val="2"/>
  <p:tag name="KSO_WM_BEAUTIFY_FLAG" val="#fgm#"/>
  <p:tag name="KSO_WM_DIAGRAM_GROUP_CODE" val="1"/>
  <p:tag name="KSO_WM_FIGMA_FLAG" val="#fgm#"/>
  <p:tag name="KSO_WM_SYNC_SLIDE_TEXT" val="1"/>
  <p:tag name="KSO_WM_UNIT_INDEX" val="1_3_1"/>
  <p:tag name="KSO_WM_UNIT_TYPE" val="l_h_i"/>
  <p:tag name="KSO_WM_UNIT_PRESET_TEXT" val=" "/>
</p:tagLst>
</file>

<file path=ppt/tags/tag478.xml><?xml version="1.0" encoding="utf-8"?>
<p:tagLst xmlns:a="http://schemas.openxmlformats.org/drawingml/2006/main" xmlns:r="http://schemas.openxmlformats.org/officeDocument/2006/relationships" xmlns:p="http://schemas.openxmlformats.org/presentationml/2006/main">
  <p:tag name="KSO_WM_FIGMA_DECORATION_INDEX" val="9"/>
  <p:tag name="$PH_EXT" val="1"/>
  <p:tag name="KSO_WM_BEAUTIFY_FLAG" val="#fgm#"/>
  <p:tag name="KSO_WM_DIAGRAM_GROUP_CODE" val="1"/>
  <p:tag name="KSO_WM_FIGMA_FLAG" val="#fgm#"/>
  <p:tag name="KSO_WM_UNIT_INDEX" val="1_3_1"/>
  <p:tag name="KSO_WM_UNIT_TYPE" val="l_h_x"/>
</p:tagLst>
</file>

<file path=ppt/tags/tag479.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a"/>
  <p:tag name="KSO_WM_UNIT_PRESET_TEXT" val="Your item title here"/>
</p:tagLst>
</file>

<file path=ppt/tags/tag480.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f"/>
  <p:tag name="KSO_WM_UNIT_PRESET_TEXT" val="Enter title text here"/>
</p:tagLst>
</file>

<file path=ppt/tags/tag481.xml><?xml version="1.0" encoding="utf-8"?>
<p:tagLst xmlns:a="http://schemas.openxmlformats.org/drawingml/2006/main" xmlns:r="http://schemas.openxmlformats.org/officeDocument/2006/relationships" xmlns:p="http://schemas.openxmlformats.org/presentationml/2006/main">
  <p:tag name="KSO_WM_SLIDE_CONTENT_ORIENTATION" val=""/>
  <p:tag name="KSO_WM_SLIDE_HAS_MASK" val="0"/>
  <p:tag name="KSO_WM_SLIDE_ITEM_CNT" val="3"/>
  <p:tag name="KSO_WM_SLIDE_TYPE" val="text"/>
  <p:tag name="KSO_WM_TEMPLATE_SUBCATEGORY" val="29"/>
  <p:tag name="KSO_WM_BEAUTIFY_FLAG" val="#wm#"/>
  <p:tag name="KSO_WM_TEMPLATE_FIGMA_ID" val="69796625670"/>
  <p:tag name="KSO_WM_TEMPLATE_SLIDE_ID" val="slide_20c7e24892b2d060"/>
</p:tagLst>
</file>

<file path=ppt/tags/tag482.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76b304735aacf4b515220ecb3a03fc40674b193a"/>
  <p:tag name="KSO_WM_NEWLAYOUT_GROUP_ID" val="layout_6"/>
  <p:tag name="KSO_WM_NEWLAYOUT_ID" val="slide_20c7e24892b2d060"/>
  <p:tag name="KSO_WM_UNIT_PRESET_TEXT" val="Your slide title here"/>
</p:tagLst>
</file>

<file path=ppt/tags/tag483.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d"/>
  <p:tag name="MH_PIC_SOURCE_TYPE" val="generate_slide_ai*{&quot;id&quot;:&quot;http://ai-gateway-save.obs.ap-southeast-3.myhuaweicloud.com/aigc-gateway-v2-prod-sg/b8bc2f8ef5151bddd1031f8320662840.png?Expires=1777978997\u0026AWSAccessKeyId=HPUAU17CUMZ89R7LZUIP\u0026Signature=s9nCGp7H3RJ%2FqztotQ9S5fDp%2BUQ%3D&quot;,&quot;product_name&quot;:&quot;wps-wpp-pc&quot;,&quot;intention_code&quot;:&quot;wps_wpp_generate_pdf_pay&quot;}*ai__ai*1777892590265_cda3ce_91813eeb8636-slide-14"/>
</p:tagLst>
</file>

<file path=ppt/tags/tag484.xml><?xml version="1.0" encoding="utf-8"?>
<p:tagLst xmlns:a="http://schemas.openxmlformats.org/drawingml/2006/main" xmlns:r="http://schemas.openxmlformats.org/officeDocument/2006/relationships"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1_1"/>
  <p:tag name="KSO_WM_UNIT_TYPE" val="l_h_i"/>
  <p:tag name="KSO_WM_UNIT_PRESET_TEXT" val=" "/>
</p:tagLst>
</file>

<file path=ppt/tags/tag485.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 name="KSO_WM_UNIT_PRESET_TEXT" val="Item title here"/>
</p:tagLst>
</file>

<file path=ppt/tags/tag486.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f"/>
  <p:tag name="KSO_WM_UNIT_PRESET_TEXT" val="Enter title text here"/>
</p:tagLst>
</file>

<file path=ppt/tags/tag487.xml><?xml version="1.0" encoding="utf-8"?>
<p:tagLst xmlns:a="http://schemas.openxmlformats.org/drawingml/2006/main" xmlns:r="http://schemas.openxmlformats.org/officeDocument/2006/relationships"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2_1"/>
  <p:tag name="KSO_WM_UNIT_TYPE" val="l_h_i"/>
  <p:tag name="KSO_WM_UNIT_PRESET_TEXT" val=" "/>
</p:tagLst>
</file>

<file path=ppt/tags/tag488.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a"/>
  <p:tag name="KSO_WM_UNIT_PRESET_TEXT" val="Item title here"/>
</p:tagLst>
</file>

<file path=ppt/tags/tag489.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f"/>
  <p:tag name="KSO_WM_UNIT_PRESET_TEXT" val="Enter title text here"/>
</p:tagLst>
</file>

<file path=ppt/tags/tag490.xml><?xml version="1.0" encoding="utf-8"?>
<p:tagLst xmlns:a="http://schemas.openxmlformats.org/drawingml/2006/main" xmlns:r="http://schemas.openxmlformats.org/officeDocument/2006/relationships" xmlns:p="http://schemas.openxmlformats.org/presentationml/2006/main">
  <p:tag name="KSO_WM_SLIDE_CONTENT_ORIENTATION" val=""/>
  <p:tag name="KSO_WM_SLIDE_HAS_MASK" val="0"/>
  <p:tag name="KSO_WM_SLIDE_ITEM_CNT" val="3"/>
  <p:tag name="KSO_WM_SLIDE_TYPE" val="text"/>
  <p:tag name="KSO_WM_TEMPLATE_SUBCATEGORY" val="29"/>
  <p:tag name="KSO_WM_BEAUTIFY_FLAG" val="#wm#"/>
  <p:tag name="KSO_WM_TEMPLATE_FIGMA_ID" val="69796625670"/>
  <p:tag name="KSO_WM_TEMPLATE_SLIDE_ID" val="slide_12c4e45e347f26ce"/>
</p:tagLst>
</file>

<file path=ppt/tags/tag491.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5d49a13c07907d9176632e3ed224e1be5500fdc7"/>
  <p:tag name="KSO_WM_NEWLAYOUT_GROUP_ID" val="layout_30"/>
  <p:tag name="KSO_WM_NEWLAYOUT_ID" val="slide_12c4e45e347f26ce"/>
  <p:tag name="KSO_WM_UNIT_PRESET_TEXT" val="Your slide title here"/>
</p:tagLst>
</file>

<file path=ppt/tags/tag492.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d"/>
  <p:tag name="MH_PIC_SOURCE_TYPE" val="generate_slide_ai*{&quot;id&quot;:&quot;http://ai-gateway-save.obs.ap-southeast-3.myhuaweicloud.com/aigc-gateway-v2-prod-sg/2daffc2f965fcc7afc09191c3f931834.png?Expires=1777978998\u0026AWSAccessKeyId=HPUAU17CUMZ89R7LZUIP\u0026Signature=IEtFZ1xNXEtK3B4pS884SrfrMX0%3D&quot;,&quot;product_name&quot;:&quot;wps-wpp-pc&quot;,&quot;intention_code&quot;:&quot;wps_wpp_generate_pdf_pay&quot;}*ai__ai*1777892590265_cda3ce_91813eeb8636-slide-15"/>
</p:tagLst>
</file>

<file path=ppt/tags/tag493.xml><?xml version="1.0" encoding="utf-8"?>
<p:tagLst xmlns:a="http://schemas.openxmlformats.org/drawingml/2006/main" xmlns:r="http://schemas.openxmlformats.org/officeDocument/2006/relationships"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1_1"/>
  <p:tag name="KSO_WM_UNIT_TYPE" val="l_h_i"/>
  <p:tag name="KSO_WM_UNIT_PRESET_TEXT" val=" "/>
</p:tagLst>
</file>

<file path=ppt/tags/tag494.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 name="KSO_WM_UNIT_PRESET_TEXT" val="Item title"/>
</p:tagLst>
</file>

<file path=ppt/tags/tag495.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f"/>
  <p:tag name="KSO_WM_UNIT_PRESET_TEXT" val="Enter title text here"/>
</p:tagLst>
</file>

<file path=ppt/tags/tag496.xml><?xml version="1.0" encoding="utf-8"?>
<p:tagLst xmlns:a="http://schemas.openxmlformats.org/drawingml/2006/main" xmlns:r="http://schemas.openxmlformats.org/officeDocument/2006/relationships"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2_1"/>
  <p:tag name="KSO_WM_UNIT_TYPE" val="l_h_i"/>
  <p:tag name="KSO_WM_UNIT_PRESET_TEXT" val=" "/>
</p:tagLst>
</file>

<file path=ppt/tags/tag497.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a"/>
  <p:tag name="KSO_WM_UNIT_PRESET_TEXT" val="Item title"/>
</p:tagLst>
</file>

<file path=ppt/tags/tag498.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f"/>
  <p:tag name="KSO_WM_UNIT_PRESET_TEXT" val="Enter title text here"/>
</p:tagLst>
</file>

<file path=ppt/tags/tag499.xml><?xml version="1.0" encoding="utf-8"?>
<p:tagLst xmlns:a="http://schemas.openxmlformats.org/drawingml/2006/main" xmlns:r="http://schemas.openxmlformats.org/officeDocument/2006/relationships"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3_1"/>
  <p:tag name="KSO_WM_UNIT_TYPE" val="l_h_i"/>
  <p:tag name="KSO_WM_UNIT_PRESET_TEXT" val=" "/>
</p:tagLst>
</file>

<file path=ppt/tags/tag500.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a"/>
  <p:tag name="KSO_WM_UNIT_PRESET_TEXT" val="Item title"/>
</p:tagLst>
</file>

<file path=ppt/tags/tag501.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f"/>
  <p:tag name="KSO_WM_UNIT_PRESET_TEXT" val="Enter title text here"/>
</p:tagLst>
</file>

<file path=ppt/tags/tag502.xml><?xml version="1.0" encoding="utf-8"?>
<p:tagLst xmlns:a="http://schemas.openxmlformats.org/drawingml/2006/main" xmlns:r="http://schemas.openxmlformats.org/officeDocument/2006/relationships" xmlns:p="http://schemas.openxmlformats.org/presentationml/2006/main">
  <p:tag name="KSO_WM_SLIDE_CONTENT_ORIENTATION" val=""/>
  <p:tag name="KSO_WM_SLIDE_HAS_MASK" val="0"/>
  <p:tag name="KSO_WM_SLIDE_ITEM_CNT" val="3"/>
  <p:tag name="KSO_WM_SLIDE_TYPE" val="text"/>
  <p:tag name="KSO_WM_TEMPLATE_SUBCATEGORY" val="29"/>
  <p:tag name="KSO_WM_BEAUTIFY_FLAG" val="#wm#"/>
  <p:tag name="KSO_WM_TEMPLATE_FIGMA_ID" val="69796625670"/>
  <p:tag name="KSO_WM_TEMPLATE_SLIDE_ID" val="slide_bbec08b93f7bcfad"/>
</p:tagLst>
</file>

<file path=ppt/tags/tag503.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b10acc052a7fc8bc615826e7ccccc2ad0a4788b5"/>
  <p:tag name="KSO_WM_NEWLAYOUT_GROUP_ID" val="layout_27"/>
  <p:tag name="KSO_WM_NEWLAYOUT_ID" val="slide_bbec08b93f7bcfad"/>
  <p:tag name="KSO_WM_UNIT_PRESET_TEXT" val="Your slide title here"/>
</p:tagLst>
</file>

<file path=ppt/tags/tag504.xml><?xml version="1.0" encoding="utf-8"?>
<p:tagLst xmlns:a="http://schemas.openxmlformats.org/drawingml/2006/main" xmlns:r="http://schemas.openxmlformats.org/officeDocument/2006/relationships" xmlns:p="http://schemas.openxmlformats.org/presentationml/2006/main">
  <p:tag name="KSO_WM_FIGMA_DECORATION_INDEX" val="14"/>
  <p:tag name="$PH_EXT" val="2"/>
  <p:tag name="KSO_WM_BEAUTIFY_FLAG" val="#fgm#"/>
  <p:tag name="KSO_WM_DIAGRAM_GROUP_CODE" val="1"/>
  <p:tag name="KSO_WM_FIGMA_FLAG" val="#fgm#"/>
  <p:tag name="KSO_WM_SYNC_SLIDE_TEXT" val="1"/>
  <p:tag name="KSO_WM_UNIT_INDEX" val="1_1_1"/>
  <p:tag name="KSO_WM_UNIT_TYPE" val="l_h_i"/>
  <p:tag name="KSO_WM_UNIT_PRESET_TEXT" val=" "/>
</p:tagLst>
</file>

<file path=ppt/tags/tag505.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2"/>
  <p:tag name="KSO_WM_UNIT_SUBTYPE" val="d"/>
  <p:tag name="KSO_WM_UNIT_TYPE" val="l_h_i"/>
  <p:tag name="KSO_WM_UNIT_PRESET_TEXT" val="01"/>
</p:tagLst>
</file>

<file path=ppt/tags/tag506.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 name="KSO_WM_UNIT_PRESET_TEXT" val="Your item title here"/>
</p:tagLst>
</file>

<file path=ppt/tags/tag507.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f"/>
  <p:tag name="KSO_WM_UNIT_PRESET_TEXT" val="Enter title text here"/>
</p:tagLst>
</file>

<file path=ppt/tags/tag508.xml><?xml version="1.0" encoding="utf-8"?>
<p:tagLst xmlns:a="http://schemas.openxmlformats.org/drawingml/2006/main" xmlns:r="http://schemas.openxmlformats.org/officeDocument/2006/relationships" xmlns:p="http://schemas.openxmlformats.org/presentationml/2006/main">
  <p:tag name="KSO_WM_FIGMA_DECORATION_INDEX" val="14"/>
  <p:tag name="$PH_EXT" val="2"/>
  <p:tag name="KSO_WM_BEAUTIFY_FLAG" val="#fgm#"/>
  <p:tag name="KSO_WM_DIAGRAM_GROUP_CODE" val="1"/>
  <p:tag name="KSO_WM_FIGMA_FLAG" val="#fgm#"/>
  <p:tag name="KSO_WM_SYNC_SLIDE_TEXT" val="1"/>
  <p:tag name="KSO_WM_UNIT_INDEX" val="1_2_1"/>
  <p:tag name="KSO_WM_UNIT_TYPE" val="l_h_i"/>
  <p:tag name="KSO_WM_UNIT_PRESET_TEXT" val=" "/>
</p:tagLst>
</file>

<file path=ppt/tags/tag509.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2"/>
  <p:tag name="KSO_WM_UNIT_SUBTYPE" val="d"/>
  <p:tag name="KSO_WM_UNIT_TYPE" val="l_h_i"/>
  <p:tag name="KSO_WM_UNIT_PRESET_TEXT" val="02"/>
</p:tagLst>
</file>

<file path=ppt/tags/tag510.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a"/>
  <p:tag name="KSO_WM_UNIT_PRESET_TEXT" val="Your item title here"/>
</p:tagLst>
</file>

<file path=ppt/tags/tag511.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f"/>
  <p:tag name="KSO_WM_UNIT_PRESET_TEXT" val="Enter title text here"/>
</p:tagLst>
</file>

<file path=ppt/tags/tag512.xml><?xml version="1.0" encoding="utf-8"?>
<p:tagLst xmlns:a="http://schemas.openxmlformats.org/drawingml/2006/main" xmlns:r="http://schemas.openxmlformats.org/officeDocument/2006/relationships" xmlns:p="http://schemas.openxmlformats.org/presentationml/2006/main">
  <p:tag name="KSO_WM_FIGMA_DECORATION_INDEX" val="14"/>
  <p:tag name="$PH_EXT" val="2"/>
  <p:tag name="KSO_WM_BEAUTIFY_FLAG" val="#fgm#"/>
  <p:tag name="KSO_WM_DIAGRAM_GROUP_CODE" val="1"/>
  <p:tag name="KSO_WM_FIGMA_FLAG" val="#fgm#"/>
  <p:tag name="KSO_WM_SYNC_SLIDE_TEXT" val="1"/>
  <p:tag name="KSO_WM_UNIT_INDEX" val="1_3_1"/>
  <p:tag name="KSO_WM_UNIT_TYPE" val="l_h_i"/>
  <p:tag name="KSO_WM_UNIT_PRESET_TEXT" val=" "/>
</p:tagLst>
</file>

<file path=ppt/tags/tag513.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2"/>
  <p:tag name="KSO_WM_UNIT_SUBTYPE" val="d"/>
  <p:tag name="KSO_WM_UNIT_TYPE" val="l_h_i"/>
  <p:tag name="KSO_WM_UNIT_PRESET_TEXT" val="03"/>
</p:tagLst>
</file>

<file path=ppt/tags/tag514.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a"/>
  <p:tag name="KSO_WM_UNIT_PRESET_TEXT" val="Your item title here"/>
</p:tagLst>
</file>

<file path=ppt/tags/tag515.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f"/>
  <p:tag name="KSO_WM_UNIT_PRESET_TEXT" val="Enter title text here"/>
</p:tagLst>
</file>

<file path=ppt/tags/tag516.xml><?xml version="1.0" encoding="utf-8"?>
<p:tagLst xmlns:a="http://schemas.openxmlformats.org/drawingml/2006/main" xmlns:r="http://schemas.openxmlformats.org/officeDocument/2006/relationships" xmlns:p="http://schemas.openxmlformats.org/presentationml/2006/main">
  <p:tag name="KSO_WM_SLIDE_CONTENT_ORIENTATION" val=""/>
  <p:tag name="KSO_WM_SLIDE_HAS_MASK" val="0"/>
  <p:tag name="KSO_WM_SLIDE_ITEM_CNT" val="3"/>
  <p:tag name="KSO_WM_SLIDE_TYPE" val="text"/>
  <p:tag name="KSO_WM_TEMPLATE_SUBCATEGORY" val="29"/>
  <p:tag name="KSO_WM_BEAUTIFY_FLAG" val="#wm#"/>
  <p:tag name="KSO_WM_TEMPLATE_FIGMA_ID" val="69796625670"/>
  <p:tag name="KSO_WM_TEMPLATE_SLIDE_ID" val="slide_3a8d68c4cb9e2e1d"/>
</p:tagLst>
</file>

<file path=ppt/tags/tag517.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90e3859f78591b7fd6925eb5aac6b582fba64c83"/>
  <p:tag name="KSO_WM_NEWLAYOUT_GROUP_ID" val="layout_35"/>
  <p:tag name="KSO_WM_NEWLAYOUT_ID" val="slide_3a8d68c4cb9e2e1d"/>
  <p:tag name="KSO_WM_UNIT_PRESET_TEXT" val="Your slide title here"/>
</p:tagLst>
</file>

<file path=ppt/tags/tag518.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2"/>
  <p:tag name="KSO_WM_UNIT_SUBTYPE" val="d"/>
  <p:tag name="KSO_WM_UNIT_TYPE" val="l_h_i"/>
  <p:tag name="KSO_WM_UNIT_PRESET_TEXT" val="01"/>
</p:tagLst>
</file>

<file path=ppt/tags/tag519.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 name="KSO_WM_UNIT_PRESET_TEXT" val="Your item title here"/>
</p:tagLst>
</file>

<file path=ppt/tags/tag520.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f"/>
  <p:tag name="KSO_WM_UNIT_PRESET_TEXT" val="Enter title text here"/>
</p:tagLst>
</file>

<file path=ppt/tags/tag521.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2"/>
  <p:tag name="KSO_WM_UNIT_SUBTYPE" val="d"/>
  <p:tag name="KSO_WM_UNIT_TYPE" val="l_h_i"/>
  <p:tag name="KSO_WM_UNIT_PRESET_TEXT" val="02"/>
</p:tagLst>
</file>

<file path=ppt/tags/tag522.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a"/>
  <p:tag name="KSO_WM_UNIT_PRESET_TEXT" val="Your item title here"/>
</p:tagLst>
</file>

<file path=ppt/tags/tag523.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f"/>
  <p:tag name="KSO_WM_UNIT_PRESET_TEXT" val="Enter title text here"/>
</p:tagLst>
</file>

<file path=ppt/tags/tag524.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2"/>
  <p:tag name="KSO_WM_UNIT_SUBTYPE" val="d"/>
  <p:tag name="KSO_WM_UNIT_TYPE" val="l_h_i"/>
  <p:tag name="KSO_WM_UNIT_PRESET_TEXT" val="03"/>
</p:tagLst>
</file>

<file path=ppt/tags/tag525.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a"/>
  <p:tag name="KSO_WM_UNIT_PRESET_TEXT" val="Your item title here"/>
</p:tagLst>
</file>

<file path=ppt/tags/tag526.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f"/>
  <p:tag name="KSO_WM_UNIT_PRESET_TEXT" val="Enter title text here"/>
</p:tagLst>
</file>

<file path=ppt/tags/tag527.xml><?xml version="1.0" encoding="utf-8"?>
<p:tagLst xmlns:a="http://schemas.openxmlformats.org/drawingml/2006/main" xmlns:r="http://schemas.openxmlformats.org/officeDocument/2006/relationships" xmlns:p="http://schemas.openxmlformats.org/presentationml/2006/main">
  <p:tag name="KSO_WM_SLIDE_CONTENT_ORIENTATION" val=""/>
  <p:tag name="KSO_WM_SLIDE_HAS_MASK" val="0"/>
  <p:tag name="KSO_WM_SLIDE_ITEM_CNT" val="3"/>
  <p:tag name="KSO_WM_SLIDE_TYPE" val="text"/>
  <p:tag name="KSO_WM_TEMPLATE_SUBCATEGORY" val="29"/>
  <p:tag name="KSO_WM_BEAUTIFY_FLAG" val="#wm#"/>
  <p:tag name="KSO_WM_TEMPLATE_FIGMA_ID" val="69796625670"/>
  <p:tag name="KSO_WM_TEMPLATE_SLIDE_ID" val="slide_4acdb5d565d7a68b"/>
</p:tagLst>
</file>

<file path=ppt/tags/tag528.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51319cf0e1026edecab02dd273e64b3341e2b840"/>
  <p:tag name="KSO_WM_NEWLAYOUT_GROUP_ID" val="layout_34"/>
  <p:tag name="KSO_WM_NEWLAYOUT_ID" val="slide_4acdb5d565d7a68b"/>
  <p:tag name="KSO_WM_UNIT_PRESET_TEXT" val="Your slide title here"/>
</p:tagLst>
</file>

<file path=ppt/tags/tag529.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 name="KSO_WM_UNIT_PRESET_TEXT" val="Your item title here"/>
</p:tagLst>
</file>

<file path=ppt/tags/tag530.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f"/>
  <p:tag name="KSO_WM_UNIT_PRESET_TEXT" val="Enter title text here"/>
</p:tagLst>
</file>

<file path=ppt/tags/tag531.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a"/>
  <p:tag name="KSO_WM_UNIT_PRESET_TEXT" val="Your item title here"/>
</p:tagLst>
</file>

<file path=ppt/tags/tag532.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f"/>
  <p:tag name="KSO_WM_UNIT_PRESET_TEXT" val="Enter title text here"/>
</p:tagLst>
</file>

<file path=ppt/tags/tag533.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a"/>
  <p:tag name="KSO_WM_UNIT_PRESET_TEXT" val="Your item title here"/>
</p:tagLst>
</file>

<file path=ppt/tags/tag534.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f"/>
  <p:tag name="KSO_WM_UNIT_PRESET_TEXT" val="Enter title text here"/>
</p:tagLst>
</file>

<file path=ppt/tags/tag535.xml><?xml version="1.0" encoding="utf-8"?>
<p:tagLst xmlns:a="http://schemas.openxmlformats.org/drawingml/2006/main" xmlns:r="http://schemas.openxmlformats.org/officeDocument/2006/relationships" xmlns:p="http://schemas.openxmlformats.org/presentationml/2006/main">
  <p:tag name="KSO_WM_SLIDE_CONTENT_ORIENTATION" val=""/>
  <p:tag name="KSO_WM_SLIDE_HAS_MASK" val="0"/>
  <p:tag name="KSO_WM_SLIDE_ITEM_CNT" val="3"/>
  <p:tag name="KSO_WM_SLIDE_TYPE" val="text"/>
  <p:tag name="KSO_WM_TEMPLATE_SUBCATEGORY" val="29"/>
  <p:tag name="KSO_WM_BEAUTIFY_FLAG" val="#wm#"/>
  <p:tag name="KSO_WM_TEMPLATE_FIGMA_ID" val="69796625670"/>
  <p:tag name="KSO_WM_TEMPLATE_SLIDE_ID" val="slide_0576b72b971413eb"/>
</p:tagLst>
</file>

<file path=ppt/tags/tag536.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0413d5ba277d13c4cab5ece026cc62ed61c444a7"/>
  <p:tag name="KSO_WM_NEWLAYOUT_GROUP_ID" val="layout_3"/>
  <p:tag name="KSO_WM_NEWLAYOUT_ID" val="slide_0576b72b971413eb"/>
  <p:tag name="KSO_WM_UNIT_PRESET_TEXT" val="Your slide title here"/>
</p:tagLst>
</file>

<file path=ppt/tags/tag537.xml><?xml version="1.0" encoding="utf-8"?>
<p:tagLst xmlns:a="http://schemas.openxmlformats.org/drawingml/2006/main" xmlns:r="http://schemas.openxmlformats.org/officeDocument/2006/relationships" xmlns:p="http://schemas.openxmlformats.org/presentationml/2006/main">
  <p:tag name="KSO_WM_FIGMA_DECORATION_INDEX" val="16"/>
  <p:tag name="$PH_EXT" val="2"/>
  <p:tag name="KSO_WM_BEAUTIFY_FLAG" val="#fgm#"/>
  <p:tag name="KSO_WM_DIAGRAM_GROUP_CODE" val="1"/>
  <p:tag name="KSO_WM_FIGMA_FLAG" val="#fgm#"/>
  <p:tag name="KSO_WM_SYNC_SLIDE_TEXT" val="1"/>
  <p:tag name="KSO_WM_UNIT_INDEX" val="1_1_1"/>
  <p:tag name="KSO_WM_UNIT_TYPE" val="l_h_i"/>
  <p:tag name="KSO_WM_UNIT_PRESET_TEXT" val=" "/>
</p:tagLst>
</file>

<file path=ppt/tags/tag538.xml><?xml version="1.0" encoding="utf-8"?>
<p:tagLst xmlns:a="http://schemas.openxmlformats.org/drawingml/2006/main" xmlns:r="http://schemas.openxmlformats.org/officeDocument/2006/relationships" xmlns:p="http://schemas.openxmlformats.org/presentationml/2006/main">
  <p:tag name="KSO_WM_FIGMA_DECORATION_INDEX" val="7"/>
  <p:tag name="$PH_EXT" val="1"/>
  <p:tag name="KSO_WM_BEAUTIFY_FLAG" val="#fgm#"/>
  <p:tag name="KSO_WM_DIAGRAM_GROUP_CODE" val="1"/>
  <p:tag name="KSO_WM_FIGMA_FLAG" val="#fgm#"/>
  <p:tag name="KSO_WM_UNIT_INDEX" val="1_1_1"/>
  <p:tag name="KSO_WM_UNIT_TYPE" val="l_h_x"/>
</p:tagLst>
</file>

<file path=ppt/tags/tag539.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 name="KSO_WM_UNIT_PRESET_TEXT" val="Your item title here"/>
</p:tagLst>
</file>

<file path=ppt/tags/tag540.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f"/>
  <p:tag name="KSO_WM_UNIT_PRESET_TEXT" val="Enter title text here"/>
</p:tagLst>
</file>

<file path=ppt/tags/tag541.xml><?xml version="1.0" encoding="utf-8"?>
<p:tagLst xmlns:a="http://schemas.openxmlformats.org/drawingml/2006/main" xmlns:r="http://schemas.openxmlformats.org/officeDocument/2006/relationships" xmlns:p="http://schemas.openxmlformats.org/presentationml/2006/main">
  <p:tag name="KSO_WM_FIGMA_DECORATION_INDEX" val="16"/>
  <p:tag name="$PH_EXT" val="2"/>
  <p:tag name="KSO_WM_BEAUTIFY_FLAG" val="#fgm#"/>
  <p:tag name="KSO_WM_DIAGRAM_GROUP_CODE" val="1"/>
  <p:tag name="KSO_WM_FIGMA_FLAG" val="#fgm#"/>
  <p:tag name="KSO_WM_SYNC_SLIDE_TEXT" val="1"/>
  <p:tag name="KSO_WM_UNIT_INDEX" val="1_2_1"/>
  <p:tag name="KSO_WM_UNIT_TYPE" val="l_h_i"/>
  <p:tag name="KSO_WM_UNIT_PRESET_TEXT" val=" "/>
</p:tagLst>
</file>

<file path=ppt/tags/tag542.xml><?xml version="1.0" encoding="utf-8"?>
<p:tagLst xmlns:a="http://schemas.openxmlformats.org/drawingml/2006/main" xmlns:r="http://schemas.openxmlformats.org/officeDocument/2006/relationships" xmlns:p="http://schemas.openxmlformats.org/presentationml/2006/main">
  <p:tag name="KSO_WM_FIGMA_DECORATION_INDEX" val="8"/>
  <p:tag name="$PH_EXT" val="1"/>
  <p:tag name="KSO_WM_BEAUTIFY_FLAG" val="#fgm#"/>
  <p:tag name="KSO_WM_DIAGRAM_GROUP_CODE" val="1"/>
  <p:tag name="KSO_WM_FIGMA_FLAG" val="#fgm#"/>
  <p:tag name="KSO_WM_UNIT_INDEX" val="1_2_1"/>
  <p:tag name="KSO_WM_UNIT_TYPE" val="l_h_x"/>
</p:tagLst>
</file>

<file path=ppt/tags/tag543.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a"/>
  <p:tag name="KSO_WM_UNIT_PRESET_TEXT" val="Your item title here"/>
</p:tagLst>
</file>

<file path=ppt/tags/tag544.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f"/>
  <p:tag name="KSO_WM_UNIT_PRESET_TEXT" val="Enter title text here"/>
</p:tagLst>
</file>

<file path=ppt/tags/tag545.xml><?xml version="1.0" encoding="utf-8"?>
<p:tagLst xmlns:a="http://schemas.openxmlformats.org/drawingml/2006/main" xmlns:r="http://schemas.openxmlformats.org/officeDocument/2006/relationships" xmlns:p="http://schemas.openxmlformats.org/presentationml/2006/main">
  <p:tag name="KSO_WM_FIGMA_DECORATION_INDEX" val="16"/>
  <p:tag name="$PH_EXT" val="2"/>
  <p:tag name="KSO_WM_BEAUTIFY_FLAG" val="#fgm#"/>
  <p:tag name="KSO_WM_DIAGRAM_GROUP_CODE" val="1"/>
  <p:tag name="KSO_WM_FIGMA_FLAG" val="#fgm#"/>
  <p:tag name="KSO_WM_SYNC_SLIDE_TEXT" val="1"/>
  <p:tag name="KSO_WM_UNIT_INDEX" val="1_3_1"/>
  <p:tag name="KSO_WM_UNIT_TYPE" val="l_h_i"/>
  <p:tag name="KSO_WM_UNIT_PRESET_TEXT" val=" "/>
</p:tagLst>
</file>

<file path=ppt/tags/tag546.xml><?xml version="1.0" encoding="utf-8"?>
<p:tagLst xmlns:a="http://schemas.openxmlformats.org/drawingml/2006/main" xmlns:r="http://schemas.openxmlformats.org/officeDocument/2006/relationships" xmlns:p="http://schemas.openxmlformats.org/presentationml/2006/main">
  <p:tag name="KSO_WM_FIGMA_DECORATION_INDEX" val="9"/>
  <p:tag name="$PH_EXT" val="1"/>
  <p:tag name="KSO_WM_BEAUTIFY_FLAG" val="#fgm#"/>
  <p:tag name="KSO_WM_DIAGRAM_GROUP_CODE" val="1"/>
  <p:tag name="KSO_WM_FIGMA_FLAG" val="#fgm#"/>
  <p:tag name="KSO_WM_UNIT_INDEX" val="1_3_1"/>
  <p:tag name="KSO_WM_UNIT_TYPE" val="l_h_x"/>
</p:tagLst>
</file>

<file path=ppt/tags/tag547.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a"/>
  <p:tag name="KSO_WM_UNIT_PRESET_TEXT" val="Your item title here"/>
</p:tagLst>
</file>

<file path=ppt/tags/tag548.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f"/>
  <p:tag name="KSO_WM_UNIT_PRESET_TEXT" val="Enter title text here"/>
</p:tagLst>
</file>

<file path=ppt/tags/tag549.xml><?xml version="1.0" encoding="utf-8"?>
<p:tagLst xmlns:a="http://schemas.openxmlformats.org/drawingml/2006/main" xmlns:r="http://schemas.openxmlformats.org/officeDocument/2006/relationships" xmlns:p="http://schemas.openxmlformats.org/presentationml/2006/main">
  <p:tag name="KSO_WM_SLIDE_CONTENT_ORIENTATION" val=""/>
  <p:tag name="KSO_WM_SLIDE_HAS_MASK" val="0"/>
  <p:tag name="KSO_WM_SLIDE_ITEM_CNT" val="3"/>
  <p:tag name="KSO_WM_SLIDE_TYPE" val="text"/>
  <p:tag name="KSO_WM_TEMPLATE_SUBCATEGORY" val="29"/>
  <p:tag name="KSO_WM_BEAUTIFY_FLAG" val="#wm#"/>
  <p:tag name="KSO_WM_TEMPLATE_FIGMA_ID" val="69796625670"/>
  <p:tag name="KSO_WM_TEMPLATE_SLIDE_ID" val="slide_bbec08b93f7bcfad"/>
</p:tagLst>
</file>

<file path=ppt/tags/tag550.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b10acc052a7fc8bc615826e7ccccc2ad0a4788b5"/>
  <p:tag name="KSO_WM_NEWLAYOUT_GROUP_ID" val="layout_27"/>
  <p:tag name="KSO_WM_NEWLAYOUT_ID" val="slide_bbec08b93f7bcfad"/>
  <p:tag name="KSO_WM_UNIT_PRESET_TEXT" val="Your slide title here"/>
</p:tagLst>
</file>

<file path=ppt/tags/tag551.xml><?xml version="1.0" encoding="utf-8"?>
<p:tagLst xmlns:a="http://schemas.openxmlformats.org/drawingml/2006/main" xmlns:r="http://schemas.openxmlformats.org/officeDocument/2006/relationships" xmlns:p="http://schemas.openxmlformats.org/presentationml/2006/main">
  <p:tag name="KSO_WM_FIGMA_DECORATION_INDEX" val="14"/>
  <p:tag name="$PH_EXT" val="2"/>
  <p:tag name="KSO_WM_BEAUTIFY_FLAG" val="#fgm#"/>
  <p:tag name="KSO_WM_DIAGRAM_GROUP_CODE" val="1"/>
  <p:tag name="KSO_WM_FIGMA_FLAG" val="#fgm#"/>
  <p:tag name="KSO_WM_SYNC_SLIDE_TEXT" val="1"/>
  <p:tag name="KSO_WM_UNIT_INDEX" val="1_1_1"/>
  <p:tag name="KSO_WM_UNIT_TYPE" val="l_h_i"/>
  <p:tag name="KSO_WM_UNIT_PRESET_TEXT" val=" "/>
</p:tagLst>
</file>

<file path=ppt/tags/tag552.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2"/>
  <p:tag name="KSO_WM_UNIT_SUBTYPE" val="d"/>
  <p:tag name="KSO_WM_UNIT_TYPE" val="l_h_i"/>
  <p:tag name="KSO_WM_UNIT_PRESET_TEXT" val="01"/>
</p:tagLst>
</file>

<file path=ppt/tags/tag553.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 name="KSO_WM_UNIT_PRESET_TEXT" val="Your item title here"/>
</p:tagLst>
</file>

<file path=ppt/tags/tag554.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f"/>
  <p:tag name="KSO_WM_UNIT_PRESET_TEXT" val="Enter title text here"/>
</p:tagLst>
</file>

<file path=ppt/tags/tag555.xml><?xml version="1.0" encoding="utf-8"?>
<p:tagLst xmlns:a="http://schemas.openxmlformats.org/drawingml/2006/main" xmlns:r="http://schemas.openxmlformats.org/officeDocument/2006/relationships" xmlns:p="http://schemas.openxmlformats.org/presentationml/2006/main">
  <p:tag name="KSO_WM_FIGMA_DECORATION_INDEX" val="14"/>
  <p:tag name="$PH_EXT" val="2"/>
  <p:tag name="KSO_WM_BEAUTIFY_FLAG" val="#fgm#"/>
  <p:tag name="KSO_WM_DIAGRAM_GROUP_CODE" val="1"/>
  <p:tag name="KSO_WM_FIGMA_FLAG" val="#fgm#"/>
  <p:tag name="KSO_WM_SYNC_SLIDE_TEXT" val="1"/>
  <p:tag name="KSO_WM_UNIT_INDEX" val="1_2_1"/>
  <p:tag name="KSO_WM_UNIT_TYPE" val="l_h_i"/>
  <p:tag name="KSO_WM_UNIT_PRESET_TEXT" val=" "/>
</p:tagLst>
</file>

<file path=ppt/tags/tag556.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2"/>
  <p:tag name="KSO_WM_UNIT_SUBTYPE" val="d"/>
  <p:tag name="KSO_WM_UNIT_TYPE" val="l_h_i"/>
  <p:tag name="KSO_WM_UNIT_PRESET_TEXT" val="02"/>
</p:tagLst>
</file>

<file path=ppt/tags/tag557.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a"/>
  <p:tag name="KSO_WM_UNIT_PRESET_TEXT" val="Your item title here"/>
</p:tagLst>
</file>

<file path=ppt/tags/tag558.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f"/>
  <p:tag name="KSO_WM_UNIT_PRESET_TEXT" val="Enter title text here"/>
</p:tagLst>
</file>

<file path=ppt/tags/tag559.xml><?xml version="1.0" encoding="utf-8"?>
<p:tagLst xmlns:a="http://schemas.openxmlformats.org/drawingml/2006/main" xmlns:r="http://schemas.openxmlformats.org/officeDocument/2006/relationships" xmlns:p="http://schemas.openxmlformats.org/presentationml/2006/main">
  <p:tag name="KSO_WM_FIGMA_DECORATION_INDEX" val="14"/>
  <p:tag name="$PH_EXT" val="2"/>
  <p:tag name="KSO_WM_BEAUTIFY_FLAG" val="#fgm#"/>
  <p:tag name="KSO_WM_DIAGRAM_GROUP_CODE" val="1"/>
  <p:tag name="KSO_WM_FIGMA_FLAG" val="#fgm#"/>
  <p:tag name="KSO_WM_SYNC_SLIDE_TEXT" val="1"/>
  <p:tag name="KSO_WM_UNIT_INDEX" val="1_3_1"/>
  <p:tag name="KSO_WM_UNIT_TYPE" val="l_h_i"/>
  <p:tag name="KSO_WM_UNIT_PRESET_TEXT" val=" "/>
</p:tagLst>
</file>

<file path=ppt/tags/tag560.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2"/>
  <p:tag name="KSO_WM_UNIT_SUBTYPE" val="d"/>
  <p:tag name="KSO_WM_UNIT_TYPE" val="l_h_i"/>
  <p:tag name="KSO_WM_UNIT_PRESET_TEXT" val="03"/>
</p:tagLst>
</file>

<file path=ppt/tags/tag561.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a"/>
  <p:tag name="KSO_WM_UNIT_PRESET_TEXT" val="Your item title here"/>
</p:tagLst>
</file>

<file path=ppt/tags/tag562.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f"/>
  <p:tag name="KSO_WM_UNIT_PRESET_TEXT" val="Enter title text here"/>
</p:tagLst>
</file>

<file path=ppt/tags/tag563.xml><?xml version="1.0" encoding="utf-8"?>
<p:tagLst xmlns:a="http://schemas.openxmlformats.org/drawingml/2006/main" xmlns:r="http://schemas.openxmlformats.org/officeDocument/2006/relationships" xmlns:p="http://schemas.openxmlformats.org/presentationml/2006/main">
  <p:tag name="KSO_WM_SLIDE_CONTENT_ORIENTATION" val=""/>
  <p:tag name="KSO_WM_SLIDE_HAS_MASK" val="0"/>
  <p:tag name="KSO_WM_SLIDE_ITEM_CNT" val="3"/>
  <p:tag name="KSO_WM_SLIDE_TYPE" val="text"/>
  <p:tag name="KSO_WM_TEMPLATE_SUBCATEGORY" val="29"/>
  <p:tag name="KSO_WM_BEAUTIFY_FLAG" val="#wm#"/>
  <p:tag name="KSO_WM_TEMPLATE_FIGMA_ID" val="69796625670"/>
  <p:tag name="KSO_WM_TEMPLATE_SLIDE_ID" val="slide_3a8d68c4cb9e2e1d"/>
</p:tagLst>
</file>

<file path=ppt/tags/tag564.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90e3859f78591b7fd6925eb5aac6b582fba64c83"/>
  <p:tag name="KSO_WM_NEWLAYOUT_GROUP_ID" val="layout_35"/>
  <p:tag name="KSO_WM_NEWLAYOUT_ID" val="slide_3a8d68c4cb9e2e1d"/>
  <p:tag name="KSO_WM_UNIT_PRESET_TEXT" val="Your slide title here"/>
</p:tagLst>
</file>

<file path=ppt/tags/tag565.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2"/>
  <p:tag name="KSO_WM_UNIT_SUBTYPE" val="d"/>
  <p:tag name="KSO_WM_UNIT_TYPE" val="l_h_i"/>
  <p:tag name="KSO_WM_UNIT_PRESET_TEXT" val="01"/>
</p:tagLst>
</file>

<file path=ppt/tags/tag566.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 name="KSO_WM_UNIT_PRESET_TEXT" val="Your item title here"/>
</p:tagLst>
</file>

<file path=ppt/tags/tag567.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f"/>
  <p:tag name="KSO_WM_UNIT_PRESET_TEXT" val="Enter title text here"/>
</p:tagLst>
</file>

<file path=ppt/tags/tag568.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2"/>
  <p:tag name="KSO_WM_UNIT_SUBTYPE" val="d"/>
  <p:tag name="KSO_WM_UNIT_TYPE" val="l_h_i"/>
  <p:tag name="KSO_WM_UNIT_PRESET_TEXT" val="02"/>
</p:tagLst>
</file>

<file path=ppt/tags/tag569.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a"/>
  <p:tag name="KSO_WM_UNIT_PRESET_TEXT" val="Your item title here"/>
</p:tagLst>
</file>

<file path=ppt/tags/tag570.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f"/>
  <p:tag name="KSO_WM_UNIT_PRESET_TEXT" val="Enter title text here"/>
</p:tagLst>
</file>

<file path=ppt/tags/tag571.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2"/>
  <p:tag name="KSO_WM_UNIT_SUBTYPE" val="d"/>
  <p:tag name="KSO_WM_UNIT_TYPE" val="l_h_i"/>
  <p:tag name="KSO_WM_UNIT_PRESET_TEXT" val="03"/>
</p:tagLst>
</file>

<file path=ppt/tags/tag572.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a"/>
  <p:tag name="KSO_WM_UNIT_PRESET_TEXT" val="Your item title here"/>
</p:tagLst>
</file>

<file path=ppt/tags/tag573.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f"/>
  <p:tag name="KSO_WM_UNIT_PRESET_TEXT" val="Enter title text here"/>
</p:tagLst>
</file>

<file path=ppt/tags/tag574.xml><?xml version="1.0" encoding="utf-8"?>
<p:tagLst xmlns:a="http://schemas.openxmlformats.org/drawingml/2006/main" xmlns:r="http://schemas.openxmlformats.org/officeDocument/2006/relationships" xmlns:p="http://schemas.openxmlformats.org/presentationml/2006/main">
  <p:tag name="KSO_WM_SLIDE_CONTENT_ORIENTATION" val=""/>
  <p:tag name="KSO_WM_SLIDE_HAS_MASK" val="0"/>
  <p:tag name="KSO_WM_SLIDE_ITEM_CNT" val="2"/>
  <p:tag name="KSO_WM_SLIDE_TYPE" val="text"/>
  <p:tag name="KSO_WM_TEMPLATE_SUBCATEGORY" val="29"/>
  <p:tag name="KSO_WM_BEAUTIFY_FLAG" val="#wm#"/>
  <p:tag name="KSO_WM_TEMPLATE_FIGMA_ID" val="69796625670"/>
  <p:tag name="KSO_WM_TEMPLATE_SLIDE_ID" val="slide_810d29b5405e0369"/>
</p:tagLst>
</file>

<file path=ppt/tags/tag575.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db6c2847fefcceebc2cf883fa1beaa952b4aaac1"/>
  <p:tag name="KSO_WM_NEWLAYOUT_GROUP_ID" val="layout_57"/>
  <p:tag name="KSO_WM_NEWLAYOUT_ID" val="slide_810d29b5405e0369"/>
  <p:tag name="KSO_WM_UNIT_PRESET_TEXT" val="Your slide title here"/>
</p:tagLst>
</file>

<file path=ppt/tags/tag576.xml><?xml version="1.0" encoding="utf-8"?>
<p:tagLst xmlns:a="http://schemas.openxmlformats.org/drawingml/2006/main" xmlns:r="http://schemas.openxmlformats.org/officeDocument/2006/relationships" xmlns:p="http://schemas.openxmlformats.org/presentationml/2006/main">
  <p:tag name="KSO_WM_FIGMA_DECORATION_INDEX" val="17"/>
  <p:tag name="$PH_EXT" val="2"/>
  <p:tag name="KSO_WM_BEAUTIFY_FLAG" val="#fgm#"/>
  <p:tag name="KSO_WM_DIAGRAM_GROUP_CODE" val="1"/>
  <p:tag name="KSO_WM_FIGMA_FLAG" val="#fgm#"/>
  <p:tag name="KSO_WM_SYNC_SLIDE_TEXT" val="1"/>
  <p:tag name="KSO_WM_UNIT_INDEX" val="1_1_1"/>
  <p:tag name="KSO_WM_UNIT_TYPE" val="l_h_i"/>
  <p:tag name="KSO_WM_UNIT_PRESET_TEXT" val=" "/>
</p:tagLst>
</file>

<file path=ppt/tags/tag577.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 name="KSO_WM_UNIT_PRESET_TEXT" val="Your item title here"/>
</p:tagLst>
</file>

<file path=ppt/tags/tag578.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f"/>
  <p:tag name="KSO_WM_UNIT_PRESET_TEXT" val="Enter title text here"/>
</p:tagLst>
</file>

<file path=ppt/tags/tag579.xml><?xml version="1.0" encoding="utf-8"?>
<p:tagLst xmlns:a="http://schemas.openxmlformats.org/drawingml/2006/main" xmlns:r="http://schemas.openxmlformats.org/officeDocument/2006/relationships" xmlns:p="http://schemas.openxmlformats.org/presentationml/2006/main">
  <p:tag name="KSO_WM_FIGMA_DECORATION_INDEX" val="17"/>
  <p:tag name="$PH_EXT" val="2"/>
  <p:tag name="KSO_WM_BEAUTIFY_FLAG" val="#fgm#"/>
  <p:tag name="KSO_WM_DIAGRAM_GROUP_CODE" val="1"/>
  <p:tag name="KSO_WM_FIGMA_FLAG" val="#fgm#"/>
  <p:tag name="KSO_WM_SYNC_SLIDE_TEXT" val="1"/>
  <p:tag name="KSO_WM_UNIT_INDEX" val="1_2_1"/>
  <p:tag name="KSO_WM_UNIT_TYPE" val="l_h_i"/>
  <p:tag name="KSO_WM_UNIT_PRESET_TEXT" val=" "/>
</p:tagLst>
</file>

<file path=ppt/tags/tag580.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a"/>
  <p:tag name="KSO_WM_UNIT_PRESET_TEXT" val="Your item title here"/>
</p:tagLst>
</file>

<file path=ppt/tags/tag581.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f"/>
  <p:tag name="KSO_WM_UNIT_PRESET_TEXT" val="Enter title text here"/>
</p:tagLst>
</file>

<file path=ppt/tags/tag582.xml><?xml version="1.0" encoding="utf-8"?>
<p:tagLst xmlns:a="http://schemas.openxmlformats.org/drawingml/2006/main" xmlns:r="http://schemas.openxmlformats.org/officeDocument/2006/relationships" xmlns:p="http://schemas.openxmlformats.org/presentationml/2006/main">
  <p:tag name="KSO_WM_SLIDE_CONTENT_ORIENTATION" val=""/>
  <p:tag name="KSO_WM_SLIDE_HAS_MASK" val="0"/>
  <p:tag name="KSO_WM_SLIDE_ITEM_CNT" val="2"/>
  <p:tag name="KSO_WM_SLIDE_TYPE" val="text"/>
  <p:tag name="KSO_WM_TEMPLATE_SUBCATEGORY" val="29"/>
  <p:tag name="KSO_WM_BEAUTIFY_FLAG" val="#wm#"/>
  <p:tag name="KSO_WM_TEMPLATE_FIGMA_ID" val="69796625670"/>
  <p:tag name="KSO_WM_TEMPLATE_SLIDE_ID" val="slide_d19e6d640707aedf"/>
</p:tagLst>
</file>

<file path=ppt/tags/tag583.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df3e23b140bcbecb2d42983fe1ddd468a729265e"/>
  <p:tag name="KSO_WM_NEWLAYOUT_GROUP_ID" val="layout_2"/>
  <p:tag name="KSO_WM_NEWLAYOUT_ID" val="slide_d19e6d640707aedf"/>
  <p:tag name="KSO_WM_UNIT_PRESET_TEXT" val="Your slide title here"/>
</p:tagLst>
</file>

<file path=ppt/tags/tag584.xml><?xml version="1.0" encoding="utf-8"?>
<p:tagLst xmlns:a="http://schemas.openxmlformats.org/drawingml/2006/main" xmlns:r="http://schemas.openxmlformats.org/officeDocument/2006/relationships" xmlns:p="http://schemas.openxmlformats.org/presentationml/2006/main">
  <p:tag name="KSO_WM_FIGMA_DECORATION_INDEX" val="18"/>
  <p:tag name="$PH_EXT" val="2"/>
  <p:tag name="KSO_WM_BEAUTIFY_FLAG" val="#fgm#"/>
  <p:tag name="KSO_WM_DIAGRAM_GROUP_CODE" val="1"/>
  <p:tag name="KSO_WM_FIGMA_FLAG" val="#fgm#"/>
  <p:tag name="KSO_WM_SHAPE_BGTYPE" val="dk2"/>
  <p:tag name="KSO_WM_SHAPE_BRIGHT_DATA" val="[{&quot;dk1&quot;:-60,&quot;dk2&quot;:-50,&quot;lt1&quot;:90,&quot;lt2&quot;:100},{&quot;dk1&quot;:-60,&quot;dk2&quot;:-50,&quot;lt1&quot;:90,&quot;lt2&quot;:100}]"/>
  <p:tag name="KSO_WM_SHAPE_UPDATE_BRIGHT" val="1"/>
  <p:tag name="KSO_WM_SYNC_SLIDE_TEXT" val="1"/>
  <p:tag name="KSO_WM_UNIT_INDEX" val="1_1_1"/>
  <p:tag name="KSO_WM_UNIT_TYPE" val="l_h_i"/>
  <p:tag name="KSO_WM_UNIT_PRESET_TEXT" val=" "/>
</p:tagLst>
</file>

<file path=ppt/tags/tag585.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 name="KSO_WM_UNIT_PRESET_TEXT" val="Your item title here"/>
</p:tagLst>
</file>

<file path=ppt/tags/tag586.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f"/>
  <p:tag name="KSO_WM_UNIT_PRESET_TEXT" val="Enter title text here"/>
</p:tagLst>
</file>

<file path=ppt/tags/tag587.xml><?xml version="1.0" encoding="utf-8"?>
<p:tagLst xmlns:a="http://schemas.openxmlformats.org/drawingml/2006/main" xmlns:r="http://schemas.openxmlformats.org/officeDocument/2006/relationships" xmlns:p="http://schemas.openxmlformats.org/presentationml/2006/main">
  <p:tag name="KSO_WM_FIGMA_DECORATION_INDEX" val="17"/>
  <p:tag name="$PH_EXT" val="2"/>
  <p:tag name="KSO_WM_BEAUTIFY_FLAG" val="#fgm#"/>
  <p:tag name="KSO_WM_DIAGRAM_GROUP_CODE" val="1"/>
  <p:tag name="KSO_WM_FIGMA_FLAG" val="#fgm#"/>
  <p:tag name="KSO_WM_SYNC_SLIDE_TEXT" val="1"/>
  <p:tag name="KSO_WM_UNIT_INDEX" val="1_2_1"/>
  <p:tag name="KSO_WM_UNIT_TYPE" val="l_h_i"/>
  <p:tag name="KSO_WM_UNIT_PRESET_TEXT" val=" "/>
</p:tagLst>
</file>

<file path=ppt/tags/tag588.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a"/>
  <p:tag name="KSO_WM_UNIT_PRESET_TEXT" val="Your item title here"/>
</p:tagLst>
</file>

<file path=ppt/tags/tag589.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f"/>
  <p:tag name="KSO_WM_UNIT_PRESET_TEXT" val="Enter title text here"/>
</p:tagLst>
</file>

<file path=ppt/tags/tag590.xml><?xml version="1.0" encoding="utf-8"?>
<p:tagLst xmlns:a="http://schemas.openxmlformats.org/drawingml/2006/main" xmlns:r="http://schemas.openxmlformats.org/officeDocument/2006/relationships" xmlns:p="http://schemas.openxmlformats.org/presentationml/2006/main">
  <p:tag name="KSO_WM_SLIDE_CONTENT_ORIENTATION" val="right"/>
  <p:tag name="KSO_WM_SLIDE_HAS_MASK" val="0"/>
  <p:tag name="KSO_WM_SLIDE_ITEM_CNT" val="0"/>
  <p:tag name="KSO_WM_SLIDE_TYPE" val="endPage"/>
  <p:tag name="KSO_WM_TEMPLATE_SUBCATEGORY" val="29"/>
  <p:tag name="KSO_WM_BEAUTIFY_FLAG" val="#wm#"/>
  <p:tag name="KSO_WM_TEMPLATE_SLIDE_ID" val="slide_2f1bc384a532e0ce"/>
  <p:tag name="KSO_WM_TEMPLATE_INDEX" val="40481006"/>
  <p:tag name="KSO_WM_TEMPLATE_CATEGORY" val="custom"/>
  <p:tag name="KSO_WM_SLIDE_INDEX" val="5"/>
  <p:tag name="KSO_WM_SLIDE_ID" val="custom40481006_9"/>
  <p:tag name="KSO_WM_TEMPLATE_MASTER_TYPE" val="0"/>
  <p:tag name="KSO_WM_SLIDE_LAYOUT" val="a_b"/>
  <p:tag name="KSO_WM_SLIDE_LAYOUT_CNT" val="1_1"/>
  <p:tag name="KSO_WM_TAG_VERSION" val="3.0"/>
</p:tagLst>
</file>

<file path=ppt/tags/tag591.xml><?xml version="1.0" encoding="utf-8"?>
<p:tagLst xmlns:a="http://schemas.openxmlformats.org/drawingml/2006/main" xmlns:r="http://schemas.openxmlformats.org/officeDocument/2006/relationships" xmlns:p="http://schemas.openxmlformats.org/presentationml/2006/main">
  <p:tag name="KSO_WM_UNIT_TYPE" val="a"/>
  <p:tag name="KSO_WM_BEAUTIFY_FLAG" val="#wm#"/>
  <p:tag name="KSO_WM_FIGMA_FLAG" val="#fgm#"/>
  <p:tag name="KSO_WM_UNIT_INDEX" val="1"/>
  <p:tag name="KSO_WM_UNIT_TEXT_TYPE" val="1"/>
  <p:tag name="KSO_WM_LAYOUT_CHECK_HASH" val="a90c1c501f56e3d7770a3de746b79b6e25354425"/>
  <p:tag name="KSO_WM_NEWLAYOUT_ID" val="5776"/>
  <p:tag name="KSO_WM_UNIT_PRESET_TEXT" val="谢谢观看"/>
  <p:tag name="KSO_WM_UNIT_ID" val="_11*a*1"/>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1006"/>
  <p:tag name="KSO_WM_TEMPLATE_CATEGORY" val="custom"/>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_Theme_2">
  <a:themeElements>
    <a:clrScheme name="自定义 118">
      <a:dk1>
        <a:srgbClr val="000000"/>
      </a:dk1>
      <a:lt1>
        <a:srgbClr val="FFFFFF"/>
      </a:lt1>
      <a:dk2>
        <a:srgbClr val="1B222B"/>
      </a:dk2>
      <a:lt2>
        <a:srgbClr val="F9FAFC"/>
      </a:lt2>
      <a:accent1>
        <a:srgbClr val="4E80D5"/>
      </a:accent1>
      <a:accent2>
        <a:srgbClr val="ED7D31"/>
      </a:accent2>
      <a:accent3>
        <a:srgbClr val="08B891"/>
      </a:accent3>
      <a:accent4>
        <a:srgbClr val="E6AD00"/>
      </a:accent4>
      <a:accent5>
        <a:srgbClr val="5B9BD5"/>
      </a:accent5>
      <a:accent6>
        <a:srgbClr val="70AD47"/>
      </a:accent6>
      <a:hlink>
        <a:srgbClr val="0563C1"/>
      </a:hlink>
      <a:folHlink>
        <a:srgbClr val="954F72"/>
      </a:folHlink>
    </a:clrScheme>
    <a:fontScheme name="0303">
      <a:majorFont>
        <a:latin typeface="MiSans"/>
        <a:ea typeface="微软雅黑"/>
        <a:cs typeface=""/>
      </a:majorFont>
      <a:minorFont>
        <a:latin typeface="MiSans"/>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_Theme_1">
  <a:themeElements>
    <a:clrScheme name="自定义 118">
      <a:dk1>
        <a:srgbClr val="000000"/>
      </a:dk1>
      <a:lt1>
        <a:srgbClr val="FFFFFF"/>
      </a:lt1>
      <a:dk2>
        <a:srgbClr val="1B222B"/>
      </a:dk2>
      <a:lt2>
        <a:srgbClr val="F9FAFC"/>
      </a:lt2>
      <a:accent1>
        <a:srgbClr val="4E80D5"/>
      </a:accent1>
      <a:accent2>
        <a:srgbClr val="ED7D31"/>
      </a:accent2>
      <a:accent3>
        <a:srgbClr val="08B891"/>
      </a:accent3>
      <a:accent4>
        <a:srgbClr val="E6AD00"/>
      </a:accent4>
      <a:accent5>
        <a:srgbClr val="5B9BD5"/>
      </a:accent5>
      <a:accent6>
        <a:srgbClr val="70AD47"/>
      </a:accent6>
      <a:hlink>
        <a:srgbClr val="0563C1"/>
      </a:hlink>
      <a:folHlink>
        <a:srgbClr val="954F72"/>
      </a:folHlink>
    </a:clrScheme>
    <a:fontScheme name="0303">
      <a:majorFont>
        <a:latin typeface="MiSans"/>
        <a:ea typeface="微软雅黑"/>
        <a:cs typeface=""/>
      </a:majorFont>
      <a:minorFont>
        <a:latin typeface="MiSans"/>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7892</Words>
  <Application>Microsoft Office PowerPoint</Application>
  <PresentationFormat>Widescreen</PresentationFormat>
  <Paragraphs>147</Paragraphs>
  <Slides>16</Slides>
  <Notes>0</Notes>
  <HiddenSlides>0</HiddenSlides>
  <MMClips>0</MMClips>
  <ScaleCrop>false</ScaleCrop>
  <HeadingPairs>
    <vt:vector size="6" baseType="variant">
      <vt:variant>
        <vt:lpstr>Fonts Used</vt:lpstr>
      </vt:variant>
      <vt:variant>
        <vt:i4>4</vt:i4>
      </vt:variant>
      <vt:variant>
        <vt:lpstr>Theme</vt:lpstr>
      </vt:variant>
      <vt:variant>
        <vt:i4>3</vt:i4>
      </vt:variant>
      <vt:variant>
        <vt:lpstr>Slide Titles</vt:lpstr>
      </vt:variant>
      <vt:variant>
        <vt:i4>16</vt:i4>
      </vt:variant>
    </vt:vector>
  </HeadingPairs>
  <TitlesOfParts>
    <vt:vector size="23" baseType="lpstr">
      <vt:lpstr>Arial</vt:lpstr>
      <vt:lpstr>Calibri</vt:lpstr>
      <vt:lpstr>Calibri Light</vt:lpstr>
      <vt:lpstr>MiSans</vt:lpstr>
      <vt:lpstr>Office Theme</vt:lpstr>
      <vt:lpstr>Office_Theme_2</vt:lpstr>
      <vt:lpstr>Office_Theme_1</vt:lpstr>
      <vt:lpstr>Intelligent Spam-Ham Classification System</vt:lpstr>
      <vt:lpstr>Contents</vt:lpstr>
      <vt:lpstr>The Digital Communication Challenge</vt:lpstr>
      <vt:lpstr>Purpose and Objectives of the System</vt:lpstr>
      <vt:lpstr>Identifying the MLOps Automation Gap</vt:lpstr>
      <vt:lpstr>Modular MLOps Pipeline Overview</vt:lpstr>
      <vt:lpstr>Data Ingestion and Validation</vt:lpstr>
      <vt:lpstr>Model Training and Hyperparameter Optimization</vt:lpstr>
      <vt:lpstr>Deployment and Continuous Integration/Continuous Delivery</vt:lpstr>
      <vt:lpstr>Software Stack and Development Tools</vt:lpstr>
      <vt:lpstr>Software Stack and Development Tools</vt:lpstr>
      <vt:lpstr>Activity Diagram: MLOps Pipeline Workflow</vt:lpstr>
      <vt:lpstr>Sequence Diagram: Real-time Prediction Flow</vt:lpstr>
      <vt:lpstr>             Key Achievements and Future Directions</vt:lpstr>
      <vt:lpstr>Key Achievements and Future Directions</vt:lpstr>
      <vt:lpstr>Thankyou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Intelligent Spam-Ham Classification System</dc:title>
  <dc:creator>Sanjay kumar</dc:creator>
  <cp:lastModifiedBy>Sanjay kumar</cp:lastModifiedBy>
  <cp:revision>2</cp:revision>
  <dcterms:created xsi:type="dcterms:W3CDTF">2026-07-08T19:35:12Z</dcterms:created>
  <dcterms:modified xsi:type="dcterms:W3CDTF">2026-07-08T19:37:07Z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486624194DCF4E6A973B6539539C4265_13</vt:lpwstr>
  </property>
  <property fmtid="{D5CDD505-2E9C-101B-9397-08002B2CF9AE}" pid="3" name="KSOProductBuildVer">
    <vt:lpwstr>1033-12.1.0.26880</vt:lpwstr>
  </property>
  <property fmtid="{D5CDD505-2E9C-101B-9397-08002B2CF9AE}" pid="4" name="KSOTemplateUUID">
    <vt:lpwstr>v1.0_ai_69796625670</vt:lpwstr>
  </property>
</Properties>
</file>